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90" r:id="rId5"/>
  </p:sldMasterIdLst>
  <p:notesMasterIdLst>
    <p:notesMasterId r:id="rId8"/>
  </p:notesMasterIdLst>
  <p:handoutMasterIdLst>
    <p:handoutMasterId r:id="rId9"/>
  </p:handoutMasterIdLst>
  <p:sldIdLst>
    <p:sldId id="4416" r:id="rId6"/>
    <p:sldId id="4934" r:id="rId7"/>
  </p:sldIdLst>
  <p:sldSz cx="9906000" cy="6858000" type="A4"/>
  <p:notesSz cx="6807200" cy="9939338"/>
  <p:custDataLst>
    <p:tags r:id="rId10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3" pos="4254" userDrawn="1">
          <p15:clr>
            <a:srgbClr val="A4A3A4"/>
          </p15:clr>
        </p15:guide>
        <p15:guide id="5" pos="1011" userDrawn="1">
          <p15:clr>
            <a:srgbClr val="A4A3A4"/>
          </p15:clr>
        </p15:guide>
        <p15:guide id="6" orient="horz" pos="4201" userDrawn="1">
          <p15:clr>
            <a:srgbClr val="A4A3A4"/>
          </p15:clr>
        </p15:guide>
        <p15:guide id="12" orient="horz" pos="2364" userDrawn="1">
          <p15:clr>
            <a:srgbClr val="A4A3A4"/>
          </p15:clr>
        </p15:guide>
        <p15:guide id="13" orient="horz" pos="3543" userDrawn="1">
          <p15:clr>
            <a:srgbClr val="A4A3A4"/>
          </p15:clr>
        </p15:guide>
        <p15:guide id="14" pos="2258" userDrawn="1">
          <p15:clr>
            <a:srgbClr val="A4A3A4"/>
          </p15:clr>
        </p15:guide>
        <p15:guide id="16" pos="2462" userDrawn="1">
          <p15:clr>
            <a:srgbClr val="A4A3A4"/>
          </p15:clr>
        </p15:guide>
        <p15:guide id="17" orient="horz" pos="527" userDrawn="1">
          <p15:clr>
            <a:srgbClr val="A4A3A4"/>
          </p15:clr>
        </p15:guide>
        <p15:guide id="19" pos="1170" userDrawn="1">
          <p15:clr>
            <a:srgbClr val="A4A3A4"/>
          </p15:clr>
        </p15:guide>
        <p15:guide id="20" orient="horz" pos="1366" userDrawn="1">
          <p15:clr>
            <a:srgbClr val="A4A3A4"/>
          </p15:clr>
        </p15:guide>
        <p15:guide id="21" pos="5955" userDrawn="1">
          <p15:clr>
            <a:srgbClr val="A4A3A4"/>
          </p15:clr>
        </p15:guide>
        <p15:guide id="23" pos="3120" userDrawn="1">
          <p15:clr>
            <a:srgbClr val="A4A3A4"/>
          </p15:clr>
        </p15:guide>
        <p15:guide id="24" pos="829" userDrawn="1">
          <p15:clr>
            <a:srgbClr val="A4A3A4"/>
          </p15:clr>
        </p15:guide>
        <p15:guide id="28" orient="horz" pos="1253" userDrawn="1">
          <p15:clr>
            <a:srgbClr val="A4A3A4"/>
          </p15:clr>
        </p15:guide>
        <p15:guide id="29" orient="horz" pos="27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J Song" initials="HJ" lastIdx="2" clrIdx="0"/>
  <p:cmAuthor id="2" name="박숙경(SOOKKYUNG PARK)/항암연구소/SKBP" initials="박P" lastIdx="1" clrIdx="1">
    <p:extLst>
      <p:ext uri="{19B8F6BF-5375-455C-9EA6-DF929625EA0E}">
        <p15:presenceInfo xmlns:p15="http://schemas.microsoft.com/office/powerpoint/2012/main" userId="박숙경(SOOKKYUNG PARK)/항암연구소/SKB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FFCC"/>
    <a:srgbClr val="CCFFCC"/>
    <a:srgbClr val="C4EDE6"/>
    <a:srgbClr val="000000"/>
    <a:srgbClr val="00B050"/>
    <a:srgbClr val="FFCCCC"/>
    <a:srgbClr val="FCC8FC"/>
    <a:srgbClr val="A6E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88805" autoAdjust="0"/>
  </p:normalViewPr>
  <p:slideViewPr>
    <p:cSldViewPr snapToGrid="0">
      <p:cViewPr varScale="1">
        <p:scale>
          <a:sx n="107" d="100"/>
          <a:sy n="107" d="100"/>
        </p:scale>
        <p:origin x="1392" y="102"/>
      </p:cViewPr>
      <p:guideLst>
        <p:guide orient="horz" pos="686"/>
        <p:guide pos="4254"/>
        <p:guide pos="1011"/>
        <p:guide orient="horz" pos="4201"/>
        <p:guide orient="horz" pos="2364"/>
        <p:guide orient="horz" pos="3543"/>
        <p:guide pos="2258"/>
        <p:guide pos="2462"/>
        <p:guide orient="horz" pos="527"/>
        <p:guide pos="1170"/>
        <p:guide orient="horz" pos="1366"/>
        <p:guide pos="5955"/>
        <p:guide pos="3120"/>
        <p:guide pos="829"/>
        <p:guide orient="horz" pos="1253"/>
        <p:guide orient="horz" pos="27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9786" cy="498693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/>
            </a:lvl1pPr>
          </a:lstStyle>
          <a:p>
            <a:fld id="{A2E0F47C-1842-484C-B736-7E455AE4A1AF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3" y="9440647"/>
            <a:ext cx="2949786" cy="498692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/>
            </a:lvl1pPr>
          </a:lstStyle>
          <a:p>
            <a:fld id="{5F9D1EA3-73F3-4961-A79A-90CF36B28B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1897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2949786" cy="498693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l">
              <a:defRPr sz="1200"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22" tIns="45711" rIns="91422" bIns="45711" rtlCol="0"/>
          <a:lstStyle>
            <a:lvl1pPr algn="r">
              <a:defRPr sz="1200"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</a:lstStyle>
          <a:p>
            <a:fld id="{35D488F5-F17C-417F-A0DA-947C99BD4724}" type="datetimeFigureOut">
              <a:rPr lang="ko-KR" altLang="en-US" smtClean="0"/>
              <a:pPr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2" tIns="45711" rIns="91422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1" y="4783307"/>
            <a:ext cx="5445760" cy="3913614"/>
          </a:xfrm>
          <a:prstGeom prst="rect">
            <a:avLst/>
          </a:prstGeom>
        </p:spPr>
        <p:txBody>
          <a:bodyPr vert="horz" lIns="91422" tIns="45711" rIns="91422" bIns="45711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0647"/>
            <a:ext cx="2949786" cy="498692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l">
              <a:defRPr sz="1200"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2"/>
          </a:xfrm>
          <a:prstGeom prst="rect">
            <a:avLst/>
          </a:prstGeom>
        </p:spPr>
        <p:txBody>
          <a:bodyPr vert="horz" lIns="91422" tIns="45711" rIns="91422" bIns="45711" rtlCol="0" anchor="b"/>
          <a:lstStyle>
            <a:lvl1pPr algn="r">
              <a:defRPr sz="1200"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</a:lstStyle>
          <a:p>
            <a:fld id="{56DAB4AA-75EE-412F-8C04-E59C510B493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59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Tahoma" panose="020B0604030504040204" pitchFamily="34" charset="0"/>
        <a:sym typeface="Tahoma" panose="020B0604030504040204" pitchFamily="34" charset="0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Tahoma" panose="020B0604030504040204" pitchFamily="34" charset="0"/>
        <a:sym typeface="Tahoma" panose="020B0604030504040204" pitchFamily="34" charset="0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Tahoma" panose="020B0604030504040204" pitchFamily="34" charset="0"/>
        <a:sym typeface="Tahoma" panose="020B0604030504040204" pitchFamily="34" charset="0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Tahoma" panose="020B0604030504040204" pitchFamily="34" charset="0"/>
        <a:sym typeface="Tahoma" panose="020B0604030504040204" pitchFamily="34" charset="0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Tahoma" panose="020B0604030504040204" pitchFamily="34" charset="0"/>
        <a:ea typeface="+mn-ea"/>
        <a:cs typeface="Tahoma" panose="020B0604030504040204" pitchFamily="34" charset="0"/>
        <a:sym typeface="Tahoma" panose="020B0604030504040204" pitchFamily="34" charset="0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DAB4AA-75EE-412F-8C04-E59C510B493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810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5DBBC-90DF-F490-FB25-9E577784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AC20D5-5875-7F22-1E91-D73E0B597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0B2736-5A26-7B71-1C3F-75FFDA36B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0949C8-9D2C-2C85-991C-CB175C2658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86DA5-16E3-4C70-A2FD-85CEB692D94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73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6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5.png"/><Relationship Id="rId4" Type="http://schemas.openxmlformats.org/officeDocument/2006/relationships/image" Target="../media/image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6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4" Type="http://schemas.openxmlformats.org/officeDocument/2006/relationships/image" Target="../media/image2.emf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FCEB765-5E63-D1F0-BE9B-208DA0F635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14518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CEB765-5E63-D1F0-BE9B-208DA0F635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"/>
          <p:cNvSpPr>
            <a:spLocks noChangeArrowheads="1"/>
          </p:cNvSpPr>
          <p:nvPr userDrawn="1"/>
        </p:nvSpPr>
        <p:spPr bwMode="auto">
          <a:xfrm>
            <a:off x="7464853" y="285728"/>
            <a:ext cx="206017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400" b="1" i="1" u="sng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Confidential</a:t>
            </a:r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979488" y="3084513"/>
            <a:ext cx="8005762" cy="0"/>
          </a:xfrm>
          <a:prstGeom prst="line">
            <a:avLst/>
          </a:prstGeom>
          <a:noFill/>
          <a:ln w="9525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</p:cxnSp>
      <p:pic>
        <p:nvPicPr>
          <p:cNvPr id="23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601" y="5157240"/>
            <a:ext cx="1520999" cy="61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제목 22"/>
          <p:cNvSpPr>
            <a:spLocks noGrp="1"/>
          </p:cNvSpPr>
          <p:nvPr>
            <p:ph type="title"/>
          </p:nvPr>
        </p:nvSpPr>
        <p:spPr>
          <a:xfrm>
            <a:off x="943395" y="2436323"/>
            <a:ext cx="8045329" cy="535531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vert="horz" wrap="square" anchor="b">
            <a:spAutoFit/>
          </a:bodyPr>
          <a:lstStyle>
            <a:lvl1pPr>
              <a:defRPr lang="ko-KR" altLang="en-US" sz="3200" b="1" baseline="0" dirty="0">
                <a:latin typeface="Tahoma" panose="020B0604030504040204" pitchFamily="34" charset="0"/>
                <a:ea typeface="맑은 고딕" panose="020B0503020000020004" pitchFamily="50" charset="-127"/>
                <a:cs typeface="Tahoma" pitchFamily="34" charset="0"/>
                <a:sym typeface="Tahoma" panose="020B0604030504040204" pitchFamily="34" charset="0"/>
              </a:defRPr>
            </a:lvl1pPr>
          </a:lstStyle>
          <a:p>
            <a:pPr marL="0" lvl="0">
              <a:spcBef>
                <a:spcPts val="600"/>
              </a:spcBef>
              <a:spcAft>
                <a:spcPts val="0"/>
              </a:spcAft>
            </a:pPr>
            <a:r>
              <a:rPr lang="ko-KR" altLang="en-US"/>
              <a:t>마스터 제목 스타일 편집</a:t>
            </a:r>
          </a:p>
        </p:txBody>
      </p:sp>
      <p:sp>
        <p:nvSpPr>
          <p:cNvPr id="26" name="텍스트 개체 틀 15"/>
          <p:cNvSpPr>
            <a:spLocks noGrp="1"/>
          </p:cNvSpPr>
          <p:nvPr>
            <p:ph type="body" sz="quarter" idx="11" hasCustomPrompt="1"/>
          </p:nvPr>
        </p:nvSpPr>
        <p:spPr>
          <a:xfrm>
            <a:off x="1050925" y="5417122"/>
            <a:ext cx="16060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2000" b="1" baseline="0" dirty="0">
                <a:solidFill>
                  <a:prstClr val="black"/>
                </a:solidFill>
                <a:latin typeface="Tahoma" panose="020B0604030504040204" pitchFamily="34" charset="0"/>
                <a:cs typeface="Tahoma" pitchFamily="34" charset="0"/>
                <a:sym typeface="Tahoma" panose="020B0604030504040204" pitchFamily="34" charset="0"/>
              </a:defRPr>
            </a:lvl1pPr>
          </a:lstStyle>
          <a:p>
            <a:pPr marL="0"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/>
              <a:t>날짜 입력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84318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702" userDrawn="1">
          <p15:clr>
            <a:srgbClr val="FBAE40"/>
          </p15:clr>
        </p15:guide>
        <p15:guide id="4" orient="horz" pos="125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FCEB765-5E63-D1F0-BE9B-208DA0F635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34397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CEB765-5E63-D1F0-BE9B-208DA0F635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직선 연결선 19"/>
          <p:cNvCxnSpPr/>
          <p:nvPr userDrawn="1"/>
        </p:nvCxnSpPr>
        <p:spPr>
          <a:xfrm>
            <a:off x="979488" y="3084513"/>
            <a:ext cx="8005762" cy="0"/>
          </a:xfrm>
          <a:prstGeom prst="line">
            <a:avLst/>
          </a:prstGeom>
          <a:noFill/>
          <a:ln w="9525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</p:cxnSp>
      <p:sp>
        <p:nvSpPr>
          <p:cNvPr id="24" name="제목 22"/>
          <p:cNvSpPr>
            <a:spLocks noGrp="1"/>
          </p:cNvSpPr>
          <p:nvPr>
            <p:ph type="title"/>
          </p:nvPr>
        </p:nvSpPr>
        <p:spPr>
          <a:xfrm>
            <a:off x="943395" y="2491723"/>
            <a:ext cx="8045329" cy="480131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vert="horz" wrap="square" anchor="b">
            <a:spAutoFit/>
          </a:bodyPr>
          <a:lstStyle>
            <a:lvl1pPr>
              <a:defRPr lang="ko-KR" altLang="en-US" sz="2800" b="1" baseline="0" dirty="0">
                <a:latin typeface="Tahoma" panose="020B0604030504040204" pitchFamily="34" charset="0"/>
                <a:ea typeface="맑은 고딕" panose="020B0503020000020004" pitchFamily="50" charset="-127"/>
                <a:cs typeface="Tahoma" pitchFamily="34" charset="0"/>
                <a:sym typeface="Tahoma" panose="020B0604030504040204" pitchFamily="34" charset="0"/>
              </a:defRPr>
            </a:lvl1pPr>
          </a:lstStyle>
          <a:p>
            <a:pPr marL="0" lvl="0">
              <a:spcBef>
                <a:spcPts val="600"/>
              </a:spcBef>
              <a:spcAft>
                <a:spcPts val="0"/>
              </a:spcAft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99870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702">
          <p15:clr>
            <a:srgbClr val="FBAE40"/>
          </p15:clr>
        </p15:guide>
        <p15:guide id="4" orient="horz" pos="125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669246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93" imgH="493" progId="TCLayout.ActiveDocument.1">
                  <p:embed/>
                </p:oleObj>
              </mc:Choice>
              <mc:Fallback>
                <p:oleObj name="think-cell 슬라이드" r:id="rId4" imgW="493" imgH="493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직사각형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1" i="0" baseline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452438" y="157228"/>
            <a:ext cx="7554423" cy="1595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10000"/>
              </a:lnSpc>
              <a:spcBef>
                <a:spcPts val="300"/>
              </a:spcBef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+mj-ea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0" name="제목 개체 틀 9"/>
          <p:cNvSpPr>
            <a:spLocks noGrp="1"/>
          </p:cNvSpPr>
          <p:nvPr>
            <p:ph type="title"/>
          </p:nvPr>
        </p:nvSpPr>
        <p:spPr>
          <a:xfrm>
            <a:off x="415213" y="312738"/>
            <a:ext cx="9065217" cy="4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anchor="ctr"/>
          <a:lstStyle>
            <a:lvl1pPr>
              <a:defRPr sz="2000" b="1"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</a:lstStyle>
          <a:p>
            <a:pPr marL="0" lvl="0" latinLnBrk="1"/>
            <a:r>
              <a:rPr lang="ko-KR" altLang="en-US"/>
              <a:t>마스터 제목 스타일 편집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436563" y="792163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Tahoma" panose="020B0604030504040204" pitchFamily="34" charset="0"/>
              <a:ea typeface="맑은 고딕" panose="020B0503020000020004" pitchFamily="50" charset="-127"/>
              <a:cs typeface="Tahoma" pitchFamily="34" charset="0"/>
              <a:sym typeface="Tahoma" panose="020B0604030504040204" pitchFamily="34" charset="0"/>
            </a:endParaRPr>
          </a:p>
        </p:txBody>
      </p:sp>
      <p:sp>
        <p:nvSpPr>
          <p:cNvPr id="17" name="슬라이드 번호 개체 틀 26"/>
          <p:cNvSpPr txBox="1">
            <a:spLocks/>
          </p:cNvSpPr>
          <p:nvPr userDrawn="1"/>
        </p:nvSpPr>
        <p:spPr>
          <a:xfrm>
            <a:off x="7429500" y="6384925"/>
            <a:ext cx="23114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latinLnBrk="0"/>
            <a:fld id="{EE350C2B-EEF7-4CDA-BD1F-2F63DB86349F}" type="slidenum">
              <a:rPr lang="en-US" altLang="ko-KR" sz="1000" i="1" smtClean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pPr latinLnBrk="0"/>
              <a:t>‹#›</a:t>
            </a:fld>
            <a:endParaRPr lang="en-US" altLang="ko-KR" sz="1000" i="1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7535481-3F2D-4495-9CB1-A996646F0DB2}"/>
              </a:ext>
            </a:extLst>
          </p:cNvPr>
          <p:cNvSpPr/>
          <p:nvPr userDrawn="1"/>
        </p:nvSpPr>
        <p:spPr>
          <a:xfrm>
            <a:off x="436566" y="792167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9BBB59">
                  <a:lumMod val="40000"/>
                  <a:lumOff val="60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61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상단 넘버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720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93" imgH="493" progId="TCLayout.ActiveDocument.1">
                  <p:embed/>
                </p:oleObj>
              </mc:Choice>
              <mc:Fallback>
                <p:oleObj name="think-cell 슬라이드" r:id="rId4" imgW="493" imgH="493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1" i="0" baseline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1" name="텍스트 개체 틀 7"/>
          <p:cNvSpPr>
            <a:spLocks noGrp="1"/>
          </p:cNvSpPr>
          <p:nvPr>
            <p:ph type="body" sz="quarter" idx="11"/>
          </p:nvPr>
        </p:nvSpPr>
        <p:spPr>
          <a:xfrm>
            <a:off x="776288" y="157228"/>
            <a:ext cx="7657179" cy="1595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10000"/>
              </a:lnSpc>
              <a:spcBef>
                <a:spcPts val="300"/>
              </a:spcBef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+mj-ea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9" name="텍스트 개체 틀 7"/>
          <p:cNvSpPr>
            <a:spLocks noGrp="1"/>
          </p:cNvSpPr>
          <p:nvPr>
            <p:ph type="body" sz="quarter" idx="15" hasCustomPrompt="1"/>
          </p:nvPr>
        </p:nvSpPr>
        <p:spPr>
          <a:xfrm>
            <a:off x="460356" y="127278"/>
            <a:ext cx="222250" cy="222411"/>
          </a:xfrm>
          <a:prstGeom prst="rect">
            <a:avLst/>
          </a:prstGeom>
          <a:solidFill>
            <a:schemeClr val="accent4"/>
          </a:solidFill>
        </p:spPr>
        <p:txBody>
          <a:bodyPr lIns="0" tIns="36000" rIns="0" bIns="36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00" b="1"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0" name="제목 개체 틀 9"/>
          <p:cNvSpPr>
            <a:spLocks noGrp="1"/>
          </p:cNvSpPr>
          <p:nvPr>
            <p:ph type="title"/>
          </p:nvPr>
        </p:nvSpPr>
        <p:spPr>
          <a:xfrm>
            <a:off x="415213" y="312738"/>
            <a:ext cx="9065217" cy="4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anchor="ctr"/>
          <a:lstStyle>
            <a:lvl1pPr>
              <a:defRPr sz="2000" b="1"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</a:lstStyle>
          <a:p>
            <a:pPr marL="0" lvl="0" latinLnBrk="1"/>
            <a:r>
              <a:rPr lang="ko-KR" altLang="en-US"/>
              <a:t>마스터 제목 스타일 편집</a:t>
            </a:r>
          </a:p>
        </p:txBody>
      </p:sp>
      <p:sp>
        <p:nvSpPr>
          <p:cNvPr id="21" name="직사각형 20"/>
          <p:cNvSpPr/>
          <p:nvPr userDrawn="1"/>
        </p:nvSpPr>
        <p:spPr>
          <a:xfrm>
            <a:off x="436563" y="792163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Tahoma" panose="020B0604030504040204" pitchFamily="34" charset="0"/>
              <a:ea typeface="맑은 고딕" panose="020B0503020000020004" pitchFamily="50" charset="-127"/>
              <a:cs typeface="Tahoma" pitchFamily="34" charset="0"/>
              <a:sym typeface="Tahoma" panose="020B0604030504040204" pitchFamily="34" charset="0"/>
            </a:endParaRPr>
          </a:p>
        </p:txBody>
      </p:sp>
      <p:sp>
        <p:nvSpPr>
          <p:cNvPr id="22" name="슬라이드 번호 개체 틀 26"/>
          <p:cNvSpPr txBox="1">
            <a:spLocks/>
          </p:cNvSpPr>
          <p:nvPr userDrawn="1"/>
        </p:nvSpPr>
        <p:spPr>
          <a:xfrm>
            <a:off x="7429500" y="6384925"/>
            <a:ext cx="23114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latinLnBrk="0"/>
            <a:fld id="{EE350C2B-EEF7-4CDA-BD1F-2F63DB86349F}" type="slidenum">
              <a:rPr lang="en-US" altLang="ko-KR" sz="1000" i="1" smtClean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pPr latinLnBrk="0"/>
              <a:t>‹#›</a:t>
            </a:fld>
            <a:endParaRPr lang="en-US" altLang="ko-KR" sz="1000" i="1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3EAAADD-11B0-479F-9B84-61F0E459A544}"/>
              </a:ext>
            </a:extLst>
          </p:cNvPr>
          <p:cNvSpPr/>
          <p:nvPr userDrawn="1"/>
        </p:nvSpPr>
        <p:spPr>
          <a:xfrm>
            <a:off x="436566" y="792167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9BBB59">
                  <a:lumMod val="40000"/>
                  <a:lumOff val="60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3166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헤드 넘버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234972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93" imgH="493" progId="TCLayout.ActiveDocument.1">
                  <p:embed/>
                </p:oleObj>
              </mc:Choice>
              <mc:Fallback>
                <p:oleObj name="think-cell 슬라이드" r:id="rId4" imgW="493" imgH="493" progId="TCLayout.ActiveDocument.1">
                  <p:embed/>
                  <p:pic>
                    <p:nvPicPr>
                      <p:cNvPr id="5" name="개체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1" i="0" baseline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7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452438" y="156433"/>
            <a:ext cx="7554423" cy="1595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10000"/>
              </a:lnSpc>
              <a:spcBef>
                <a:spcPts val="300"/>
              </a:spcBef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+mj-ea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6" name="텍스트 개체 틀 7"/>
          <p:cNvSpPr>
            <a:spLocks noGrp="1"/>
          </p:cNvSpPr>
          <p:nvPr>
            <p:ph type="body" sz="quarter" idx="15" hasCustomPrompt="1"/>
          </p:nvPr>
        </p:nvSpPr>
        <p:spPr>
          <a:xfrm>
            <a:off x="460355" y="420700"/>
            <a:ext cx="253835" cy="254019"/>
          </a:xfrm>
          <a:prstGeom prst="rect">
            <a:avLst/>
          </a:prstGeom>
          <a:solidFill>
            <a:schemeClr val="tx2"/>
          </a:solidFill>
        </p:spPr>
        <p:txBody>
          <a:bodyPr lIns="0" tIns="36000" rIns="0" bIns="36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11" name="제목 개체 틀 9"/>
          <p:cNvSpPr txBox="1">
            <a:spLocks/>
          </p:cNvSpPr>
          <p:nvPr userDrawn="1"/>
        </p:nvSpPr>
        <p:spPr>
          <a:xfrm>
            <a:off x="777000" y="312738"/>
            <a:ext cx="8703430" cy="4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 defTabSz="914400" rtl="0" eaLnBrk="1" latinLnBrk="0" hangingPunct="1">
              <a:lnSpc>
                <a:spcPct val="110000"/>
              </a:lnSpc>
              <a:spcBef>
                <a:spcPts val="300"/>
              </a:spcBef>
              <a:buNone/>
              <a:defRPr lang="ko-KR" altLang="en-US" sz="2000" b="1" kern="12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ahoma" pitchFamily="34" charset="0"/>
              </a:defRPr>
            </a:lvl1pPr>
          </a:lstStyle>
          <a:p>
            <a:pPr latinLnBrk="1"/>
            <a:endParaRPr lang="ko-KR" altLang="en-US">
              <a:latin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436563" y="792163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Tahoma" panose="020B0604030504040204" pitchFamily="34" charset="0"/>
              <a:ea typeface="맑은 고딕" panose="020B0503020000020004" pitchFamily="50" charset="-127"/>
              <a:cs typeface="Tahoma" pitchFamily="34" charset="0"/>
              <a:sym typeface="Tahoma" panose="020B0604030504040204" pitchFamily="34" charset="0"/>
            </a:endParaRPr>
          </a:p>
        </p:txBody>
      </p:sp>
      <p:sp>
        <p:nvSpPr>
          <p:cNvPr id="14" name="슬라이드 번호 개체 틀 26"/>
          <p:cNvSpPr txBox="1">
            <a:spLocks/>
          </p:cNvSpPr>
          <p:nvPr userDrawn="1"/>
        </p:nvSpPr>
        <p:spPr>
          <a:xfrm>
            <a:off x="7429500" y="6384925"/>
            <a:ext cx="23114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latinLnBrk="0"/>
            <a:fld id="{EE350C2B-EEF7-4CDA-BD1F-2F63DB86349F}" type="slidenum">
              <a:rPr lang="en-US" altLang="ko-KR" sz="1000" i="1" smtClean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pPr latinLnBrk="0"/>
              <a:t>‹#›</a:t>
            </a:fld>
            <a:endParaRPr lang="en-US" altLang="ko-KR" sz="1000" i="1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462216-63DA-41C3-9AAA-CF31D41FC31A}"/>
              </a:ext>
            </a:extLst>
          </p:cNvPr>
          <p:cNvSpPr/>
          <p:nvPr userDrawn="1"/>
        </p:nvSpPr>
        <p:spPr>
          <a:xfrm>
            <a:off x="436566" y="792167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9BBB59">
                  <a:lumMod val="40000"/>
                  <a:lumOff val="60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217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헤드&amp;상단제목 넘버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04983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592" imgH="591" progId="TCLayout.ActiveDocument.1">
                  <p:embed/>
                </p:oleObj>
              </mc:Choice>
              <mc:Fallback>
                <p:oleObj name="think-cell 슬라이드" r:id="rId4" imgW="592" imgH="591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1" i="0" baseline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4" name="텍스트 개체 틀 7"/>
          <p:cNvSpPr>
            <a:spLocks noGrp="1"/>
          </p:cNvSpPr>
          <p:nvPr>
            <p:ph type="body" sz="quarter" idx="11"/>
          </p:nvPr>
        </p:nvSpPr>
        <p:spPr>
          <a:xfrm>
            <a:off x="776288" y="157228"/>
            <a:ext cx="7657179" cy="1595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10000"/>
              </a:lnSpc>
              <a:spcBef>
                <a:spcPts val="300"/>
              </a:spcBef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+mj-ea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460356" y="127278"/>
            <a:ext cx="222250" cy="222411"/>
          </a:xfrm>
          <a:prstGeom prst="rect">
            <a:avLst/>
          </a:prstGeom>
          <a:solidFill>
            <a:schemeClr val="accent4"/>
          </a:solidFill>
        </p:spPr>
        <p:txBody>
          <a:bodyPr lIns="0" tIns="36000" rIns="0" bIns="36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00" b="1"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16" name="텍스트 개체 틀 7"/>
          <p:cNvSpPr>
            <a:spLocks noGrp="1"/>
          </p:cNvSpPr>
          <p:nvPr>
            <p:ph type="body" sz="quarter" idx="15" hasCustomPrompt="1"/>
          </p:nvPr>
        </p:nvSpPr>
        <p:spPr>
          <a:xfrm>
            <a:off x="460355" y="420700"/>
            <a:ext cx="253835" cy="254019"/>
          </a:xfrm>
          <a:prstGeom prst="rect">
            <a:avLst/>
          </a:prstGeom>
          <a:solidFill>
            <a:schemeClr val="tx2"/>
          </a:solidFill>
        </p:spPr>
        <p:txBody>
          <a:bodyPr lIns="0" tIns="36000" rIns="0" bIns="36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0" name="제목 개체 틀 9"/>
          <p:cNvSpPr txBox="1">
            <a:spLocks/>
          </p:cNvSpPr>
          <p:nvPr userDrawn="1"/>
        </p:nvSpPr>
        <p:spPr>
          <a:xfrm>
            <a:off x="777000" y="312738"/>
            <a:ext cx="8703430" cy="4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 defTabSz="914400" rtl="0" eaLnBrk="1" latinLnBrk="0" hangingPunct="1">
              <a:lnSpc>
                <a:spcPct val="110000"/>
              </a:lnSpc>
              <a:spcBef>
                <a:spcPts val="300"/>
              </a:spcBef>
              <a:buNone/>
              <a:defRPr lang="ko-KR" altLang="en-US" sz="2000" b="1" kern="12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ahoma" pitchFamily="34" charset="0"/>
              </a:defRPr>
            </a:lvl1pPr>
          </a:lstStyle>
          <a:p>
            <a:pPr latinLnBrk="1"/>
            <a:endParaRPr lang="ko-KR" altLang="en-US">
              <a:latin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1" name="직사각형 20"/>
          <p:cNvSpPr/>
          <p:nvPr userDrawn="1"/>
        </p:nvSpPr>
        <p:spPr>
          <a:xfrm>
            <a:off x="436563" y="792163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Tahoma" panose="020B0604030504040204" pitchFamily="34" charset="0"/>
              <a:ea typeface="맑은 고딕" panose="020B0503020000020004" pitchFamily="50" charset="-127"/>
              <a:cs typeface="Tahoma" pitchFamily="34" charset="0"/>
              <a:sym typeface="Tahoma" panose="020B0604030504040204" pitchFamily="34" charset="0"/>
            </a:endParaRPr>
          </a:p>
        </p:txBody>
      </p:sp>
      <p:sp>
        <p:nvSpPr>
          <p:cNvPr id="23" name="슬라이드 번호 개체 틀 26"/>
          <p:cNvSpPr txBox="1">
            <a:spLocks/>
          </p:cNvSpPr>
          <p:nvPr userDrawn="1"/>
        </p:nvSpPr>
        <p:spPr>
          <a:xfrm>
            <a:off x="7429500" y="6384925"/>
            <a:ext cx="23114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latinLnBrk="0"/>
            <a:fld id="{EE350C2B-EEF7-4CDA-BD1F-2F63DB86349F}" type="slidenum">
              <a:rPr lang="en-US" altLang="ko-KR" sz="1000" i="1" smtClean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pPr latinLnBrk="0"/>
              <a:t>‹#›</a:t>
            </a:fld>
            <a:endParaRPr lang="en-US" altLang="ko-KR" sz="1000" i="1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ED9BD65-2287-4BEE-96D0-DBDEE68B2FC9}"/>
              </a:ext>
            </a:extLst>
          </p:cNvPr>
          <p:cNvSpPr/>
          <p:nvPr userDrawn="1"/>
        </p:nvSpPr>
        <p:spPr>
          <a:xfrm>
            <a:off x="436566" y="792167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9BBB59">
                  <a:lumMod val="40000"/>
                  <a:lumOff val="60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1484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86FDFFF-7CFB-CE33-EE27-FC8A2F6F49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9773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6FDFFF-7CFB-CE33-EE27-FC8A2F6F49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 txBox="1">
            <a:spLocks noChangeArrowheads="1"/>
          </p:cNvSpPr>
          <p:nvPr userDrawn="1"/>
        </p:nvSpPr>
        <p:spPr bwMode="auto">
          <a:xfrm>
            <a:off x="1673096" y="2921169"/>
            <a:ext cx="655980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defRPr/>
            </a:pPr>
            <a:r>
              <a:rPr kumimoji="0" lang="en-US" altLang="ko-KR" sz="60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End  of  Document</a:t>
            </a:r>
          </a:p>
        </p:txBody>
      </p:sp>
    </p:spTree>
    <p:extLst>
      <p:ext uri="{BB962C8B-B14F-4D97-AF65-F5344CB8AC3E}">
        <p14:creationId xmlns:p14="http://schemas.microsoft.com/office/powerpoint/2010/main" val="15889648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E700521-3C35-0EC5-ECC2-999B79EBFB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1863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E700521-3C35-0EC5-ECC2-999B79EBFB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2"/>
          <p:cNvSpPr txBox="1">
            <a:spLocks noChangeArrowheads="1"/>
          </p:cNvSpPr>
          <p:nvPr userDrawn="1"/>
        </p:nvSpPr>
        <p:spPr bwMode="auto">
          <a:xfrm>
            <a:off x="3296139" y="2921169"/>
            <a:ext cx="3313729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defRPr/>
            </a:pPr>
            <a:r>
              <a:rPr kumimoji="0" lang="en-US" altLang="ko-KR" sz="60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4412828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61EC361A-71BF-5558-4DA1-84485F8153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87675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EC361A-71BF-5558-4DA1-84485F8153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4"/>
          <p:cNvSpPr>
            <a:spLocks noChangeArrowheads="1"/>
          </p:cNvSpPr>
          <p:nvPr userDrawn="1"/>
        </p:nvSpPr>
        <p:spPr bwMode="auto">
          <a:xfrm>
            <a:off x="8088420" y="347283"/>
            <a:ext cx="1436612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600" b="1" i="1" u="sng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Confidential</a:t>
            </a:r>
          </a:p>
        </p:txBody>
      </p:sp>
      <p:cxnSp>
        <p:nvCxnSpPr>
          <p:cNvPr id="20" name="직선 연결선 19"/>
          <p:cNvCxnSpPr>
            <a:cxnSpLocks/>
          </p:cNvCxnSpPr>
          <p:nvPr userDrawn="1"/>
        </p:nvCxnSpPr>
        <p:spPr>
          <a:xfrm>
            <a:off x="939000" y="3084513"/>
            <a:ext cx="8028000" cy="0"/>
          </a:xfrm>
          <a:prstGeom prst="line">
            <a:avLst/>
          </a:prstGeom>
          <a:noFill/>
          <a:ln w="9525" cap="flat" cmpd="sng" algn="ctr">
            <a:solidFill>
              <a:srgbClr val="4BACC6">
                <a:lumMod val="75000"/>
              </a:srgbClr>
            </a:solidFill>
            <a:prstDash val="solid"/>
          </a:ln>
          <a:effectLst/>
        </p:spPr>
      </p:cxnSp>
      <p:sp>
        <p:nvSpPr>
          <p:cNvPr id="24" name="제목 22"/>
          <p:cNvSpPr>
            <a:spLocks noGrp="1"/>
          </p:cNvSpPr>
          <p:nvPr>
            <p:ph type="title"/>
          </p:nvPr>
        </p:nvSpPr>
        <p:spPr>
          <a:xfrm>
            <a:off x="939000" y="2436323"/>
            <a:ext cx="8045329" cy="535531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vert="horz" wrap="square" anchor="b">
            <a:spAutoFit/>
          </a:bodyPr>
          <a:lstStyle>
            <a:lvl1pPr>
              <a:defRPr lang="ko-KR" altLang="en-US" sz="3200" b="1" baseline="0" dirty="0">
                <a:latin typeface="Tahoma" panose="020B0604030504040204" pitchFamily="34" charset="0"/>
                <a:ea typeface="맑은 고딕" panose="020B0503020000020004" pitchFamily="50" charset="-127"/>
                <a:cs typeface="Tahoma" pitchFamily="34" charset="0"/>
                <a:sym typeface="Tahoma" panose="020B0604030504040204" pitchFamily="34" charset="0"/>
              </a:defRPr>
            </a:lvl1pPr>
          </a:lstStyle>
          <a:p>
            <a:pPr marL="0" lvl="0">
              <a:spcBef>
                <a:spcPts val="600"/>
              </a:spcBef>
              <a:spcAft>
                <a:spcPts val="0"/>
              </a:spcAft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26" name="텍스트 개체 틀 15"/>
          <p:cNvSpPr>
            <a:spLocks noGrp="1"/>
          </p:cNvSpPr>
          <p:nvPr>
            <p:ph type="body" sz="quarter" idx="11" hasCustomPrompt="1"/>
          </p:nvPr>
        </p:nvSpPr>
        <p:spPr>
          <a:xfrm>
            <a:off x="926303" y="5391485"/>
            <a:ext cx="160601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2000" b="1" baseline="0" dirty="0">
                <a:solidFill>
                  <a:prstClr val="black"/>
                </a:solidFill>
                <a:latin typeface="Tahoma" panose="020B0604030504040204" pitchFamily="34" charset="0"/>
                <a:cs typeface="Tahoma" pitchFamily="34" charset="0"/>
                <a:sym typeface="Tahoma" panose="020B0604030504040204" pitchFamily="34" charset="0"/>
              </a:defRPr>
            </a:lvl1pPr>
          </a:lstStyle>
          <a:p>
            <a:pPr marL="0" lvl="0" fontAlgn="base" latinLnBrk="0">
              <a:spcBef>
                <a:spcPct val="0"/>
              </a:spcBef>
              <a:spcAft>
                <a:spcPct val="0"/>
              </a:spcAft>
            </a:pPr>
            <a:r>
              <a:rPr lang="ko-KR" altLang="en-US"/>
              <a:t>날짜 입력</a:t>
            </a:r>
            <a:endParaRPr lang="en-US" altLang="ko-KR"/>
          </a:p>
        </p:txBody>
      </p:sp>
      <p:pic>
        <p:nvPicPr>
          <p:cNvPr id="4" name="그림 3" descr="폰트, 그래픽, 그래픽 디자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210708A-E32E-E0AD-ADCF-A605AFC9BD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8452" y="5160048"/>
            <a:ext cx="29232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815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3702">
          <p15:clr>
            <a:srgbClr val="FBAE40"/>
          </p15:clr>
        </p15:guide>
        <p15:guide id="4" orient="horz" pos="125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187770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93" imgH="493" progId="TCLayout.ActiveDocument.1">
                  <p:embed/>
                </p:oleObj>
              </mc:Choice>
              <mc:Fallback>
                <p:oleObj name="think-cell 슬라이드" r:id="rId4" imgW="493" imgH="493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직사각형 6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1" i="0" baseline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452438" y="157228"/>
            <a:ext cx="7554423" cy="1595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10000"/>
              </a:lnSpc>
              <a:spcBef>
                <a:spcPts val="300"/>
              </a:spcBef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+mj-ea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0" name="제목 개체 틀 9"/>
          <p:cNvSpPr>
            <a:spLocks noGrp="1"/>
          </p:cNvSpPr>
          <p:nvPr>
            <p:ph type="title"/>
          </p:nvPr>
        </p:nvSpPr>
        <p:spPr>
          <a:xfrm>
            <a:off x="415213" y="312738"/>
            <a:ext cx="9065217" cy="4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anchor="ctr"/>
          <a:lstStyle>
            <a:lvl1pPr>
              <a:defRPr sz="2000" b="1"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</a:lstStyle>
          <a:p>
            <a:pPr marL="0" lvl="0" latinLnBrk="1"/>
            <a:r>
              <a:rPr lang="ko-KR" altLang="en-US"/>
              <a:t>마스터 제목 스타일 편집</a:t>
            </a:r>
          </a:p>
        </p:txBody>
      </p:sp>
      <p:sp>
        <p:nvSpPr>
          <p:cNvPr id="14" name="직사각형 13"/>
          <p:cNvSpPr/>
          <p:nvPr userDrawn="1"/>
        </p:nvSpPr>
        <p:spPr>
          <a:xfrm>
            <a:off x="436563" y="792163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Tahoma" panose="020B0604030504040204" pitchFamily="34" charset="0"/>
              <a:ea typeface="맑은 고딕" panose="020B0503020000020004" pitchFamily="50" charset="-127"/>
              <a:cs typeface="Tahoma" pitchFamily="34" charset="0"/>
              <a:sym typeface="Tahoma" panose="020B0604030504040204" pitchFamily="34" charset="0"/>
            </a:endParaRPr>
          </a:p>
        </p:txBody>
      </p:sp>
      <p:sp>
        <p:nvSpPr>
          <p:cNvPr id="17" name="슬라이드 번호 개체 틀 26"/>
          <p:cNvSpPr txBox="1">
            <a:spLocks/>
          </p:cNvSpPr>
          <p:nvPr userDrawn="1"/>
        </p:nvSpPr>
        <p:spPr>
          <a:xfrm>
            <a:off x="7429500" y="6384925"/>
            <a:ext cx="23114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latinLnBrk="0"/>
            <a:fld id="{EE350C2B-EEF7-4CDA-BD1F-2F63DB86349F}" type="slidenum">
              <a:rPr lang="en-US" altLang="ko-KR" sz="1000" i="1" smtClean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pPr latinLnBrk="0"/>
              <a:t>‹#›</a:t>
            </a:fld>
            <a:endParaRPr lang="en-US" altLang="ko-KR" sz="1000" i="1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4693B8-1544-4E97-8764-DA2BE8C4DD2A}"/>
              </a:ext>
            </a:extLst>
          </p:cNvPr>
          <p:cNvSpPr/>
          <p:nvPr userDrawn="1"/>
        </p:nvSpPr>
        <p:spPr>
          <a:xfrm>
            <a:off x="436566" y="792167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9BBB59">
                  <a:lumMod val="40000"/>
                  <a:lumOff val="60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41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상단 넘버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2132859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93" imgH="493" progId="TCLayout.ActiveDocument.1">
                  <p:embed/>
                </p:oleObj>
              </mc:Choice>
              <mc:Fallback>
                <p:oleObj name="think-cell 슬라이드" r:id="rId4" imgW="493" imgH="493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1" i="0" baseline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1" name="텍스트 개체 틀 7"/>
          <p:cNvSpPr>
            <a:spLocks noGrp="1"/>
          </p:cNvSpPr>
          <p:nvPr>
            <p:ph type="body" sz="quarter" idx="11"/>
          </p:nvPr>
        </p:nvSpPr>
        <p:spPr>
          <a:xfrm>
            <a:off x="776288" y="157228"/>
            <a:ext cx="7657179" cy="1595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10000"/>
              </a:lnSpc>
              <a:spcBef>
                <a:spcPts val="300"/>
              </a:spcBef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+mj-ea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9" name="텍스트 개체 틀 7"/>
          <p:cNvSpPr>
            <a:spLocks noGrp="1"/>
          </p:cNvSpPr>
          <p:nvPr>
            <p:ph type="body" sz="quarter" idx="15" hasCustomPrompt="1"/>
          </p:nvPr>
        </p:nvSpPr>
        <p:spPr>
          <a:xfrm>
            <a:off x="460356" y="127278"/>
            <a:ext cx="222250" cy="222411"/>
          </a:xfrm>
          <a:prstGeom prst="rect">
            <a:avLst/>
          </a:prstGeom>
          <a:solidFill>
            <a:schemeClr val="accent4"/>
          </a:solidFill>
        </p:spPr>
        <p:txBody>
          <a:bodyPr lIns="0" tIns="36000" rIns="0" bIns="36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00" b="1"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0" name="제목 개체 틀 9"/>
          <p:cNvSpPr>
            <a:spLocks noGrp="1"/>
          </p:cNvSpPr>
          <p:nvPr>
            <p:ph type="title"/>
          </p:nvPr>
        </p:nvSpPr>
        <p:spPr>
          <a:xfrm>
            <a:off x="415213" y="312738"/>
            <a:ext cx="9065217" cy="4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anchor="ctr"/>
          <a:lstStyle>
            <a:lvl1pPr>
              <a:defRPr sz="2000" b="1"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</a:lstStyle>
          <a:p>
            <a:pPr marL="0" lvl="0" latinLnBrk="1"/>
            <a:r>
              <a:rPr lang="ko-KR" altLang="en-US"/>
              <a:t>마스터 제목 스타일 편집</a:t>
            </a:r>
          </a:p>
        </p:txBody>
      </p:sp>
      <p:sp>
        <p:nvSpPr>
          <p:cNvPr id="21" name="직사각형 20"/>
          <p:cNvSpPr/>
          <p:nvPr userDrawn="1"/>
        </p:nvSpPr>
        <p:spPr>
          <a:xfrm>
            <a:off x="436563" y="792163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Tahoma" panose="020B0604030504040204" pitchFamily="34" charset="0"/>
              <a:ea typeface="맑은 고딕" panose="020B0503020000020004" pitchFamily="50" charset="-127"/>
              <a:cs typeface="Tahoma" pitchFamily="34" charset="0"/>
              <a:sym typeface="Tahoma" panose="020B0604030504040204" pitchFamily="34" charset="0"/>
            </a:endParaRPr>
          </a:p>
        </p:txBody>
      </p:sp>
      <p:sp>
        <p:nvSpPr>
          <p:cNvPr id="22" name="슬라이드 번호 개체 틀 26"/>
          <p:cNvSpPr txBox="1">
            <a:spLocks/>
          </p:cNvSpPr>
          <p:nvPr userDrawn="1"/>
        </p:nvSpPr>
        <p:spPr>
          <a:xfrm>
            <a:off x="7429500" y="6384925"/>
            <a:ext cx="23114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latinLnBrk="0"/>
            <a:fld id="{EE350C2B-EEF7-4CDA-BD1F-2F63DB86349F}" type="slidenum">
              <a:rPr lang="en-US" altLang="ko-KR" sz="1000" i="1" smtClean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pPr latinLnBrk="0"/>
              <a:t>‹#›</a:t>
            </a:fld>
            <a:endParaRPr lang="en-US" altLang="ko-KR" sz="1000" i="1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BC592E1-2DF0-4781-915D-69D2942500A1}"/>
              </a:ext>
            </a:extLst>
          </p:cNvPr>
          <p:cNvSpPr/>
          <p:nvPr userDrawn="1"/>
        </p:nvSpPr>
        <p:spPr>
          <a:xfrm>
            <a:off x="436566" y="792167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9BBB59">
                  <a:lumMod val="40000"/>
                  <a:lumOff val="60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4000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헤드 넘버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개체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781938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93" imgH="493" progId="TCLayout.ActiveDocument.1">
                  <p:embed/>
                </p:oleObj>
              </mc:Choice>
              <mc:Fallback>
                <p:oleObj name="think-cell 슬라이드" r:id="rId4" imgW="493" imgH="493" progId="TCLayout.ActiveDocument.1">
                  <p:embed/>
                  <p:pic>
                    <p:nvPicPr>
                      <p:cNvPr id="5" name="개체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1" i="0" baseline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7" name="텍스트 개체 틀 7"/>
          <p:cNvSpPr>
            <a:spLocks noGrp="1"/>
          </p:cNvSpPr>
          <p:nvPr>
            <p:ph type="body" sz="quarter" idx="10"/>
          </p:nvPr>
        </p:nvSpPr>
        <p:spPr>
          <a:xfrm>
            <a:off x="452438" y="156433"/>
            <a:ext cx="7554423" cy="159545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lnSpc>
                <a:spcPct val="110000"/>
              </a:lnSpc>
              <a:spcBef>
                <a:spcPts val="300"/>
              </a:spcBef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+mj-ea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6" name="텍스트 개체 틀 7"/>
          <p:cNvSpPr>
            <a:spLocks noGrp="1"/>
          </p:cNvSpPr>
          <p:nvPr>
            <p:ph type="body" sz="quarter" idx="15" hasCustomPrompt="1"/>
          </p:nvPr>
        </p:nvSpPr>
        <p:spPr>
          <a:xfrm>
            <a:off x="460355" y="420700"/>
            <a:ext cx="253835" cy="254019"/>
          </a:xfrm>
          <a:prstGeom prst="rect">
            <a:avLst/>
          </a:prstGeom>
          <a:solidFill>
            <a:schemeClr val="tx2"/>
          </a:solidFill>
        </p:spPr>
        <p:txBody>
          <a:bodyPr lIns="0" tIns="36000" rIns="0" bIns="36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11" name="제목 개체 틀 9"/>
          <p:cNvSpPr txBox="1">
            <a:spLocks/>
          </p:cNvSpPr>
          <p:nvPr userDrawn="1"/>
        </p:nvSpPr>
        <p:spPr>
          <a:xfrm>
            <a:off x="777000" y="312738"/>
            <a:ext cx="8703430" cy="4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 defTabSz="914400" rtl="0" eaLnBrk="1" latinLnBrk="0" hangingPunct="1">
              <a:lnSpc>
                <a:spcPct val="110000"/>
              </a:lnSpc>
              <a:spcBef>
                <a:spcPts val="300"/>
              </a:spcBef>
              <a:buNone/>
              <a:defRPr lang="ko-KR" altLang="en-US" sz="2000" b="1" kern="12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ahoma" pitchFamily="34" charset="0"/>
              </a:defRPr>
            </a:lvl1pPr>
          </a:lstStyle>
          <a:p>
            <a:pPr latinLnBrk="1"/>
            <a:endParaRPr lang="ko-KR" altLang="en-US">
              <a:latin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436563" y="792163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Tahoma" panose="020B0604030504040204" pitchFamily="34" charset="0"/>
              <a:ea typeface="맑은 고딕" panose="020B0503020000020004" pitchFamily="50" charset="-127"/>
              <a:cs typeface="Tahoma" pitchFamily="34" charset="0"/>
              <a:sym typeface="Tahoma" panose="020B0604030504040204" pitchFamily="34" charset="0"/>
            </a:endParaRPr>
          </a:p>
        </p:txBody>
      </p:sp>
      <p:sp>
        <p:nvSpPr>
          <p:cNvPr id="14" name="슬라이드 번호 개체 틀 26"/>
          <p:cNvSpPr txBox="1">
            <a:spLocks/>
          </p:cNvSpPr>
          <p:nvPr userDrawn="1"/>
        </p:nvSpPr>
        <p:spPr>
          <a:xfrm>
            <a:off x="7429500" y="6384925"/>
            <a:ext cx="23114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latinLnBrk="0"/>
            <a:fld id="{EE350C2B-EEF7-4CDA-BD1F-2F63DB86349F}" type="slidenum">
              <a:rPr lang="en-US" altLang="ko-KR" sz="1000" i="1" smtClean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pPr latinLnBrk="0"/>
              <a:t>‹#›</a:t>
            </a:fld>
            <a:endParaRPr lang="en-US" altLang="ko-KR" sz="1000" i="1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145D05-7734-4052-826F-3FE031EB12ED}"/>
              </a:ext>
            </a:extLst>
          </p:cNvPr>
          <p:cNvSpPr/>
          <p:nvPr userDrawn="1"/>
        </p:nvSpPr>
        <p:spPr>
          <a:xfrm>
            <a:off x="436566" y="792167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9BBB59">
                  <a:lumMod val="40000"/>
                  <a:lumOff val="60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586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헤드&amp;상단제목 넘버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개체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07934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592" imgH="591" progId="TCLayout.ActiveDocument.1">
                  <p:embed/>
                </p:oleObj>
              </mc:Choice>
              <mc:Fallback>
                <p:oleObj name="think-cell 슬라이드" r:id="rId4" imgW="592" imgH="591" progId="TCLayout.ActiveDocument.1">
                  <p:embed/>
                  <p:pic>
                    <p:nvPicPr>
                      <p:cNvPr id="4" name="개체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직사각형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 latinLnBrk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endParaRPr lang="ko-KR" altLang="en-US" sz="2000" b="1" i="0" baseline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tx1"/>
              </a:solidFill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4" name="텍스트 개체 틀 7"/>
          <p:cNvSpPr>
            <a:spLocks noGrp="1"/>
          </p:cNvSpPr>
          <p:nvPr>
            <p:ph type="body" sz="quarter" idx="11"/>
          </p:nvPr>
        </p:nvSpPr>
        <p:spPr>
          <a:xfrm>
            <a:off x="776288" y="157228"/>
            <a:ext cx="7657179" cy="1595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10000"/>
              </a:lnSpc>
              <a:spcBef>
                <a:spcPts val="300"/>
              </a:spcBef>
              <a:buNone/>
              <a:defRPr sz="1200" b="0">
                <a:solidFill>
                  <a:schemeClr val="tx1"/>
                </a:solidFill>
                <a:latin typeface="Tahoma" panose="020B0604030504040204" pitchFamily="34" charset="0"/>
                <a:ea typeface="+mj-ea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460356" y="127278"/>
            <a:ext cx="222250" cy="222411"/>
          </a:xfrm>
          <a:prstGeom prst="rect">
            <a:avLst/>
          </a:prstGeom>
          <a:solidFill>
            <a:schemeClr val="accent4"/>
          </a:solidFill>
        </p:spPr>
        <p:txBody>
          <a:bodyPr lIns="0" tIns="36000" rIns="0" bIns="36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100" b="1"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16" name="텍스트 개체 틀 7"/>
          <p:cNvSpPr>
            <a:spLocks noGrp="1"/>
          </p:cNvSpPr>
          <p:nvPr>
            <p:ph type="body" sz="quarter" idx="15" hasCustomPrompt="1"/>
          </p:nvPr>
        </p:nvSpPr>
        <p:spPr>
          <a:xfrm>
            <a:off x="460355" y="420700"/>
            <a:ext cx="253835" cy="254019"/>
          </a:xfrm>
          <a:prstGeom prst="rect">
            <a:avLst/>
          </a:prstGeom>
          <a:solidFill>
            <a:schemeClr val="tx2"/>
          </a:solidFill>
        </p:spPr>
        <p:txBody>
          <a:bodyPr lIns="0" tIns="36000" rIns="0" bIns="3600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altLang="ko-KR"/>
              <a:t>X</a:t>
            </a:r>
            <a:endParaRPr lang="ko-KR" altLang="en-US"/>
          </a:p>
        </p:txBody>
      </p:sp>
      <p:sp>
        <p:nvSpPr>
          <p:cNvPr id="20" name="제목 개체 틀 9"/>
          <p:cNvSpPr txBox="1">
            <a:spLocks/>
          </p:cNvSpPr>
          <p:nvPr userDrawn="1"/>
        </p:nvSpPr>
        <p:spPr>
          <a:xfrm>
            <a:off x="777000" y="312738"/>
            <a:ext cx="8703430" cy="4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 algn="l" defTabSz="914400" rtl="0" eaLnBrk="1" latinLnBrk="0" hangingPunct="1">
              <a:lnSpc>
                <a:spcPct val="110000"/>
              </a:lnSpc>
              <a:spcBef>
                <a:spcPts val="300"/>
              </a:spcBef>
              <a:buNone/>
              <a:defRPr lang="ko-KR" altLang="en-US" sz="2000" b="1" kern="1200" baseline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ahoma" pitchFamily="34" charset="0"/>
              </a:defRPr>
            </a:lvl1pPr>
          </a:lstStyle>
          <a:p>
            <a:pPr latinLnBrk="1"/>
            <a:endParaRPr lang="ko-KR" altLang="en-US">
              <a:latin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21" name="직사각형 20"/>
          <p:cNvSpPr/>
          <p:nvPr userDrawn="1"/>
        </p:nvSpPr>
        <p:spPr>
          <a:xfrm>
            <a:off x="436563" y="792163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chemeClr val="accent3">
                  <a:lumMod val="40000"/>
                  <a:lumOff val="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Tahoma" panose="020B0604030504040204" pitchFamily="34" charset="0"/>
              <a:ea typeface="맑은 고딕" panose="020B0503020000020004" pitchFamily="50" charset="-127"/>
              <a:cs typeface="Tahoma" pitchFamily="34" charset="0"/>
              <a:sym typeface="Tahoma" panose="020B0604030504040204" pitchFamily="34" charset="0"/>
            </a:endParaRPr>
          </a:p>
        </p:txBody>
      </p:sp>
      <p:sp>
        <p:nvSpPr>
          <p:cNvPr id="23" name="슬라이드 번호 개체 틀 26"/>
          <p:cNvSpPr txBox="1">
            <a:spLocks/>
          </p:cNvSpPr>
          <p:nvPr userDrawn="1"/>
        </p:nvSpPr>
        <p:spPr>
          <a:xfrm>
            <a:off x="7429500" y="6384925"/>
            <a:ext cx="23114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 latinLnBrk="0"/>
            <a:fld id="{EE350C2B-EEF7-4CDA-BD1F-2F63DB86349F}" type="slidenum">
              <a:rPr lang="en-US" altLang="ko-KR" sz="1000" i="1" smtClean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pPr latinLnBrk="0"/>
              <a:t>‹#›</a:t>
            </a:fld>
            <a:endParaRPr lang="en-US" altLang="ko-KR" sz="1000" i="1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  <a:sym typeface="Tahoma" panose="020B060403050404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C76DBAF-0231-437C-B2F4-7B0C987DE3DE}"/>
              </a:ext>
            </a:extLst>
          </p:cNvPr>
          <p:cNvSpPr/>
          <p:nvPr userDrawn="1"/>
        </p:nvSpPr>
        <p:spPr>
          <a:xfrm>
            <a:off x="436566" y="792167"/>
            <a:ext cx="8999537" cy="28575"/>
          </a:xfrm>
          <a:prstGeom prst="rect">
            <a:avLst/>
          </a:prstGeom>
          <a:gradFill flip="none" rotWithShape="1">
            <a:gsLst>
              <a:gs pos="0">
                <a:srgbClr val="0070C0"/>
              </a:gs>
              <a:gs pos="100000">
                <a:srgbClr val="9BBB59">
                  <a:lumMod val="40000"/>
                  <a:lumOff val="60000"/>
                </a:srgbClr>
              </a:gs>
            </a:gsLst>
            <a:lin ang="0" scaled="1"/>
            <a:tileRect/>
          </a:gra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맑은 고딕" panose="020B0503020000020004" pitchFamily="50" charset="-127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2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D96E6F0-658C-FB60-3F2B-944E46508E7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84684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3" imgW="425" imgH="424" progId="TCLayout.ActiveDocument.1">
                  <p:embed/>
                </p:oleObj>
              </mc:Choice>
              <mc:Fallback>
                <p:oleObj name="think-cell 슬라이드" r:id="rId3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6E6F0-658C-FB60-3F2B-944E46508E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/>
          <p:cNvSpPr txBox="1">
            <a:spLocks noChangeArrowheads="1"/>
          </p:cNvSpPr>
          <p:nvPr userDrawn="1"/>
        </p:nvSpPr>
        <p:spPr bwMode="auto">
          <a:xfrm>
            <a:off x="3296136" y="2921169"/>
            <a:ext cx="331372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0" hangingPunct="0">
              <a:defRPr/>
            </a:pPr>
            <a:r>
              <a:rPr kumimoji="0" lang="en-US" altLang="ko-KR" sz="60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Tahoma" panose="020B0604030504040204" pitchFamily="34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4004546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439" y="170916"/>
            <a:ext cx="9001124" cy="737134"/>
          </a:xfrm>
        </p:spPr>
        <p:txBody>
          <a:bodyPr anchor="b">
            <a:normAutofit/>
          </a:bodyPr>
          <a:lstStyle>
            <a:lvl1pPr marL="179388" indent="0">
              <a:defRPr sz="2800" b="1"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45279" y="6489700"/>
            <a:ext cx="2700000" cy="324000"/>
          </a:xfrm>
        </p:spPr>
        <p:txBody>
          <a:bodyPr anchor="b"/>
          <a:lstStyle>
            <a:lvl1pPr algn="l">
              <a:defRPr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Confidential</a:t>
            </a: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79977" y="6489700"/>
            <a:ext cx="1189619" cy="324000"/>
          </a:xfrm>
        </p:spPr>
        <p:txBody>
          <a:bodyPr anchor="b"/>
          <a:lstStyle>
            <a:lvl1pPr algn="r"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A59395-D086-4569-8D5C-0781B1599BE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452438" y="170916"/>
            <a:ext cx="0" cy="737134"/>
          </a:xfrm>
          <a:prstGeom prst="line">
            <a:avLst/>
          </a:prstGeom>
          <a:ln w="1905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379" b="100000" l="0" r="100000"/>
                    </a14:imgEffect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79978" y="94004"/>
            <a:ext cx="1189619" cy="819841"/>
          </a:xfrm>
          <a:prstGeom prst="rect">
            <a:avLst/>
          </a:prstGeom>
        </p:spPr>
      </p:pic>
      <p:cxnSp>
        <p:nvCxnSpPr>
          <p:cNvPr id="11" name="직선 연결선 10"/>
          <p:cNvCxnSpPr/>
          <p:nvPr userDrawn="1"/>
        </p:nvCxnSpPr>
        <p:spPr>
          <a:xfrm>
            <a:off x="358433" y="908050"/>
            <a:ext cx="91440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307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6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orient="horz" pos="40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13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12.xml"/><Relationship Id="rId9" Type="http://schemas.openxmlformats.org/officeDocument/2006/relationships/tags" Target="../tags/tag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74878453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11" imgW="493" imgH="493" progId="TCLayout.ActiveDocument.1">
                  <p:embed/>
                </p:oleObj>
              </mc:Choice>
              <mc:Fallback>
                <p:oleObj name="think-cell 슬라이드" r:id="rId11" imgW="493" imgH="493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6027420" cy="1955800"/>
          </a:xfrm>
          <a:prstGeom prst="rect">
            <a:avLst/>
          </a:prstGeom>
        </p:spPr>
        <p:txBody>
          <a:bodyPr vert="horz" lIns="46800" tIns="45720" rIns="4680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7284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845" r:id="rId2"/>
    <p:sldLayoutId id="2147483671" r:id="rId3"/>
    <p:sldLayoutId id="2147483673" r:id="rId4"/>
    <p:sldLayoutId id="2147483674" r:id="rId5"/>
    <p:sldLayoutId id="2147483675" r:id="rId6"/>
    <p:sldLayoutId id="2147483668" r:id="rId7"/>
    <p:sldLayoutId id="2147483669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1" hangingPunct="1">
        <a:lnSpc>
          <a:spcPct val="120000"/>
        </a:lnSpc>
        <a:spcBef>
          <a:spcPts val="300"/>
        </a:spcBef>
        <a:buFont typeface="Wingdings" panose="05000000000000000000" pitchFamily="2" charset="2"/>
        <a:buChar char="q"/>
        <a:defRPr sz="1100" b="1" kern="1200">
          <a:solidFill>
            <a:schemeClr val="tx1"/>
          </a:solidFill>
          <a:latin typeface="Tahoma" panose="020B0604030504040204" pitchFamily="34" charset="0"/>
          <a:ea typeface="+mn-ea"/>
          <a:cs typeface="Tahoma" panose="020B0604030504040204" pitchFamily="34" charset="0"/>
          <a:sym typeface="Tahoma" panose="020B0604030504040204" pitchFamily="34" charset="0"/>
        </a:defRPr>
      </a:lvl1pPr>
      <a:lvl2pPr marL="355600" indent="-146050" algn="l" defTabSz="914400" rtl="0" eaLnBrk="1" latinLnBrk="1" hangingPunct="1">
        <a:lnSpc>
          <a:spcPct val="120000"/>
        </a:lnSpc>
        <a:spcBef>
          <a:spcPts val="300"/>
        </a:spcBef>
        <a:buFont typeface="맑은 고딕" panose="020B0503020000020004" pitchFamily="50" charset="-127"/>
        <a:buChar char="–"/>
        <a:defRPr sz="1000" kern="1200">
          <a:solidFill>
            <a:schemeClr val="tx1"/>
          </a:solidFill>
          <a:latin typeface="Tahoma" panose="020B0604030504040204" pitchFamily="34" charset="0"/>
          <a:ea typeface="+mn-ea"/>
          <a:cs typeface="Tahoma" panose="020B0604030504040204" pitchFamily="34" charset="0"/>
          <a:sym typeface="Tahoma" panose="020B0604030504040204" pitchFamily="34" charset="0"/>
        </a:defRPr>
      </a:lvl2pPr>
      <a:lvl3pPr marL="500063" indent="-93663" algn="l" defTabSz="914400" rtl="0" eaLnBrk="1" latinLnBrk="1" hangingPunct="1">
        <a:lnSpc>
          <a:spcPct val="120000"/>
        </a:lnSpc>
        <a:spcBef>
          <a:spcPts val="300"/>
        </a:spcBef>
        <a:buFont typeface="맑은 고딕" panose="020B0503020000020004" pitchFamily="50" charset="-127"/>
        <a:buChar char="∙"/>
        <a:defRPr sz="900" kern="1200">
          <a:solidFill>
            <a:schemeClr val="tx1"/>
          </a:solidFill>
          <a:latin typeface="Tahoma" panose="020B0604030504040204" pitchFamily="34" charset="0"/>
          <a:ea typeface="+mn-ea"/>
          <a:cs typeface="Tahoma" panose="020B0604030504040204" pitchFamily="34" charset="0"/>
          <a:sym typeface="Tahoma" panose="020B060403050404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503020000020004" pitchFamily="50" charset="-127"/>
        <a:buChar char="›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798763821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10" imgW="493" imgH="493" progId="TCLayout.ActiveDocument.1">
                  <p:embed/>
                </p:oleObj>
              </mc:Choice>
              <mc:Fallback>
                <p:oleObj name="think-cell 슬라이드" r:id="rId10" imgW="493" imgH="493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6027420" cy="1955800"/>
          </a:xfrm>
          <a:prstGeom prst="rect">
            <a:avLst/>
          </a:prstGeom>
        </p:spPr>
        <p:txBody>
          <a:bodyPr vert="horz" lIns="46800" tIns="45720" rIns="4680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40206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846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7800" indent="-177800" algn="l" defTabSz="914400" rtl="0" eaLnBrk="1" latinLnBrk="1" hangingPunct="1">
        <a:lnSpc>
          <a:spcPct val="120000"/>
        </a:lnSpc>
        <a:spcBef>
          <a:spcPts val="300"/>
        </a:spcBef>
        <a:buFont typeface="Wingdings" panose="05000000000000000000" pitchFamily="2" charset="2"/>
        <a:buChar char="q"/>
        <a:defRPr sz="1100" b="1" kern="1200">
          <a:solidFill>
            <a:schemeClr val="tx1"/>
          </a:solidFill>
          <a:latin typeface="Tahoma" panose="020B0604030504040204" pitchFamily="34" charset="0"/>
          <a:ea typeface="+mn-ea"/>
          <a:cs typeface="Tahoma" panose="020B0604030504040204" pitchFamily="34" charset="0"/>
          <a:sym typeface="Tahoma" panose="020B0604030504040204" pitchFamily="34" charset="0"/>
        </a:defRPr>
      </a:lvl1pPr>
      <a:lvl2pPr marL="355600" indent="-146050" algn="l" defTabSz="914400" rtl="0" eaLnBrk="1" latinLnBrk="1" hangingPunct="1">
        <a:lnSpc>
          <a:spcPct val="120000"/>
        </a:lnSpc>
        <a:spcBef>
          <a:spcPts val="300"/>
        </a:spcBef>
        <a:buFont typeface="맑은 고딕" panose="020B0503020000020004" pitchFamily="50" charset="-127"/>
        <a:buChar char="–"/>
        <a:defRPr sz="1000" kern="1200">
          <a:solidFill>
            <a:schemeClr val="tx1"/>
          </a:solidFill>
          <a:latin typeface="Tahoma" panose="020B0604030504040204" pitchFamily="34" charset="0"/>
          <a:ea typeface="+mn-ea"/>
          <a:cs typeface="Tahoma" panose="020B0604030504040204" pitchFamily="34" charset="0"/>
          <a:sym typeface="Tahoma" panose="020B0604030504040204" pitchFamily="34" charset="0"/>
        </a:defRPr>
      </a:lvl2pPr>
      <a:lvl3pPr marL="500063" indent="-93663" algn="l" defTabSz="914400" rtl="0" eaLnBrk="1" latinLnBrk="1" hangingPunct="1">
        <a:lnSpc>
          <a:spcPct val="120000"/>
        </a:lnSpc>
        <a:spcBef>
          <a:spcPts val="300"/>
        </a:spcBef>
        <a:buFont typeface="맑은 고딕" panose="020B0503020000020004" pitchFamily="50" charset="-127"/>
        <a:buChar char="∙"/>
        <a:defRPr sz="900" kern="1200">
          <a:solidFill>
            <a:schemeClr val="tx1"/>
          </a:solidFill>
          <a:latin typeface="Tahoma" panose="020B0604030504040204" pitchFamily="34" charset="0"/>
          <a:ea typeface="+mn-ea"/>
          <a:cs typeface="Tahoma" panose="020B0604030504040204" pitchFamily="34" charset="0"/>
          <a:sym typeface="Tahoma" panose="020B0604030504040204" pitchFamily="34" charset="0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맑은 고딕" panose="020B0503020000020004" pitchFamily="50" charset="-127"/>
        <a:buChar char="›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9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B9737FE7-48E5-4805-9C28-CB87ED2EACE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슬라이드" r:id="rId4" imgW="425" imgH="424" progId="TCLayout.ActiveDocument.1">
                  <p:embed/>
                </p:oleObj>
              </mc:Choice>
              <mc:Fallback>
                <p:oleObj name="think-cell 슬라이드" r:id="rId4" imgW="425" imgH="42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9737FE7-48E5-4805-9C28-CB87ED2EAC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직사각형 6"/>
          <p:cNvSpPr/>
          <p:nvPr/>
        </p:nvSpPr>
        <p:spPr>
          <a:xfrm>
            <a:off x="943395" y="3087636"/>
            <a:ext cx="5040000" cy="56487"/>
          </a:xfrm>
          <a:prstGeom prst="rect">
            <a:avLst/>
          </a:prstGeom>
          <a:solidFill>
            <a:srgbClr val="4BACC6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 panose="020B0604030504040204" pitchFamily="34" charset="0"/>
              <a:ea typeface="맑은 고딕" panose="020B0503020000020004" pitchFamily="50" charset="-127"/>
              <a:cs typeface="Tahoma" panose="020B0604030504040204" pitchFamily="34" charset="0"/>
            </a:endParaRPr>
          </a:p>
        </p:txBody>
      </p:sp>
      <p:sp>
        <p:nvSpPr>
          <p:cNvPr id="6" name="제목 3"/>
          <p:cNvSpPr txBox="1">
            <a:spLocks/>
          </p:cNvSpPr>
          <p:nvPr/>
        </p:nvSpPr>
        <p:spPr>
          <a:xfrm>
            <a:off x="943395" y="2526268"/>
            <a:ext cx="4083169" cy="52322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  <p:txBody>
          <a:bodyPr wrap="none" anchor="b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200" b="1" kern="1200" baseline="0" dirty="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Tahoma" pitchFamily="34" charset="0"/>
              </a:defRPr>
            </a:lvl1pPr>
          </a:lstStyle>
          <a:p>
            <a:pPr lvl="0" fontAlgn="base" latinLnBrk="0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altLang="ko-KR" sz="280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sym typeface="Tahoma" panose="020B0604030504040204" pitchFamily="34" charset="0"/>
              </a:rPr>
              <a:t>List of ADMET studies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B6F68F-FAC6-5AD3-80B2-524CBA411D2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0177" y="5199753"/>
            <a:ext cx="5119966" cy="400110"/>
          </a:xfrm>
        </p:spPr>
        <p:txBody>
          <a:bodyPr/>
          <a:lstStyle/>
          <a:p>
            <a:r>
              <a:rPr lang="en-US" altLang="ko-KR" dirty="0"/>
              <a:t>From Translational</a:t>
            </a:r>
            <a:r>
              <a:rPr lang="ko-KR" altLang="en-US" dirty="0"/>
              <a:t> </a:t>
            </a:r>
            <a:r>
              <a:rPr lang="en-US" altLang="ko-KR" dirty="0"/>
              <a:t>Research Team</a:t>
            </a:r>
          </a:p>
        </p:txBody>
      </p:sp>
    </p:spTree>
    <p:extLst>
      <p:ext uri="{BB962C8B-B14F-4D97-AF65-F5344CB8AC3E}">
        <p14:creationId xmlns:p14="http://schemas.microsoft.com/office/powerpoint/2010/main" val="3064110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D1A7-E95D-E54F-91B9-F7C0AB22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F4569-3ADC-A802-8CA9-961DA1DC3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Required ADMET studies for Preclinical Entry</a:t>
            </a:r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B397060-8C2E-4498-57D9-5CF2BA95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6235" y="6489700"/>
            <a:ext cx="2700000" cy="324000"/>
          </a:xfrm>
        </p:spPr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Confidential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91F334-1829-D278-6D9A-96541FAB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A59395-D086-4569-8D5C-0781B1599BE5}" type="slidenum">
              <a:rPr kumimoji="0" lang="ko-KR" alt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811DF03-3318-DF69-AF18-A51CBC522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14761"/>
              </p:ext>
            </p:extLst>
          </p:nvPr>
        </p:nvGraphicFramePr>
        <p:xfrm>
          <a:off x="217715" y="1245084"/>
          <a:ext cx="4813664" cy="4996538"/>
        </p:xfrm>
        <a:graphic>
          <a:graphicData uri="http://schemas.openxmlformats.org/drawingml/2006/table">
            <a:tbl>
              <a:tblPr/>
              <a:tblGrid>
                <a:gridCol w="561906">
                  <a:extLst>
                    <a:ext uri="{9D8B030D-6E8A-4147-A177-3AD203B41FA5}">
                      <a16:colId xmlns:a16="http://schemas.microsoft.com/office/drawing/2014/main" val="2813147299"/>
                    </a:ext>
                  </a:extLst>
                </a:gridCol>
                <a:gridCol w="761797">
                  <a:extLst>
                    <a:ext uri="{9D8B030D-6E8A-4147-A177-3AD203B41FA5}">
                      <a16:colId xmlns:a16="http://schemas.microsoft.com/office/drawing/2014/main" val="1263068815"/>
                    </a:ext>
                  </a:extLst>
                </a:gridCol>
                <a:gridCol w="2386149">
                  <a:extLst>
                    <a:ext uri="{9D8B030D-6E8A-4147-A177-3AD203B41FA5}">
                      <a16:colId xmlns:a16="http://schemas.microsoft.com/office/drawing/2014/main" val="1620994697"/>
                    </a:ext>
                  </a:extLst>
                </a:gridCol>
                <a:gridCol w="1103812">
                  <a:extLst>
                    <a:ext uri="{9D8B030D-6E8A-4147-A177-3AD203B41FA5}">
                      <a16:colId xmlns:a16="http://schemas.microsoft.com/office/drawing/2014/main" val="2130251028"/>
                    </a:ext>
                  </a:extLst>
                </a:gridCol>
              </a:tblGrid>
              <a:tr h="3255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Category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Study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Status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917153"/>
                  </a:ext>
                </a:extLst>
              </a:tr>
              <a:tr h="306703"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DMPK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Absorption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marR="0" lvl="0" indent="-2000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Cell perm. &amp; P-</a:t>
                      </a:r>
                      <a:r>
                        <a:rPr lang="en-US" altLang="ko-KR" sz="11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gp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 substrate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미진행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02957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1145" lvl="0" indent="-200025" algn="l" defTabSz="914400" rtl="0" eaLnBrk="1" latinLnBrk="1" hangingPunct="1">
                        <a:buFont typeface="Wingdings"/>
                        <a:buChar char="§"/>
                      </a:pP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Mouse PK (IV&amp;PO)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lvl="0" indent="0" algn="l" defTabSz="914400" rtl="0" eaLnBrk="1" latinLnBrk="1" hangingPunct="1">
                        <a:buFont typeface="Wingdings"/>
                        <a:buNone/>
                      </a:pPr>
                      <a:r>
                        <a:rPr lang="ko-KR" altLang="en-US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진행완료</a:t>
                      </a: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96279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1145" marR="0" lvl="0" indent="-2000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Rat PK (IV&amp;PO)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미진행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194793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1145" lvl="0" indent="-200025" algn="l" defTabSz="914400" rtl="0" eaLnBrk="1" latinLnBrk="1" hangingPunct="1">
                        <a:buFont typeface="Wingdings"/>
                        <a:buChar char="§"/>
                      </a:pP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Dog PK (IV&amp;PO)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lvl="0" indent="0" algn="l" defTabSz="914400" rtl="0" eaLnBrk="1" latinLnBrk="1" hangingPunct="1">
                        <a:buFont typeface="Wingdings"/>
                        <a:buNone/>
                      </a:pPr>
                      <a:r>
                        <a:rPr lang="ko-KR" altLang="en-US" sz="11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미진행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878595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lvl="0" indent="-200025" algn="l" defTabSz="914400" rtl="0" eaLnBrk="1" latinLnBrk="1" hangingPunct="1">
                        <a:buFont typeface="Wingdings"/>
                        <a:buChar char="§"/>
                      </a:pP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Monkey PK (IV&amp;PO)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lvl="0" indent="0" algn="l" defTabSz="914400" rtl="0" eaLnBrk="1" latinLnBrk="1" hangingPunct="1">
                        <a:buFont typeface="Wingdings"/>
                        <a:buNone/>
                      </a:pPr>
                      <a:r>
                        <a:rPr lang="ko-KR" altLang="en-US" sz="11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미진행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213841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Distribution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marR="0" lvl="0" indent="-200025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§"/>
                      </a:pP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BBB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None/>
                      </a:pPr>
                      <a:r>
                        <a:rPr lang="ko-KR" altLang="en-US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진행완료</a:t>
                      </a: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17053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1145" marR="0" lvl="0" indent="-200025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§"/>
                      </a:pP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Brain tissue binding 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None/>
                      </a:pPr>
                      <a:r>
                        <a:rPr lang="ko-KR" altLang="en-US" sz="11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미진행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546802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71145" marR="0" lvl="0" indent="-2000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Plasma protein binding  (H/M/R/D/P)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6912" marR="6912" marT="7486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진행완료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(H)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6912" marR="6912" marT="7486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7074359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Metabolism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lvl="0" indent="-200025" algn="l" defTabSz="914400" rtl="0" eaLnBrk="1" latinLnBrk="1" hangingPunct="1">
                        <a:buFont typeface="Wingdings"/>
                        <a:buChar char="§"/>
                      </a:pP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Liver microsome stability  (H/M/R/D/P)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lvl="0" indent="0" algn="l" defTabSz="914400" rtl="0" eaLnBrk="1" latinLnBrk="1" hangingPunct="1">
                        <a:buFont typeface="Wingdings"/>
                        <a:buNone/>
                      </a:pPr>
                      <a:r>
                        <a:rPr lang="ko-KR" altLang="en-US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진행완료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 (H/M/R)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923522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819" marR="5819" marT="5819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lvl="0" indent="-200025" algn="l" defTabSz="914400" rtl="0" eaLnBrk="1" latinLnBrk="1" hangingPunct="1">
                        <a:buFont typeface="Wingdings"/>
                        <a:buChar char="§"/>
                      </a:pP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Hepatocyte clearance </a:t>
                      </a: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(M/R/D/P/H)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lvl="0" indent="0" algn="l" defTabSz="914400" rtl="0" eaLnBrk="1" latinLnBrk="1" hangingPunct="1">
                        <a:buFont typeface="Wingdings"/>
                        <a:buNone/>
                      </a:pPr>
                      <a:r>
                        <a:rPr lang="ko-KR" altLang="en-US" sz="11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미진행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6912" marR="6912" marT="7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378217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1145" lvl="0" indent="-200025" algn="l" defTabSz="914400" rtl="0" eaLnBrk="1" latinLnBrk="1" hangingPunct="1">
                        <a:buFont typeface="Wingdings"/>
                        <a:buChar char="§"/>
                      </a:pP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Metabolite PF/in vitro Met ID (M/R/D/P/H)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lvl="0" indent="0" algn="l" defTabSz="914400" rtl="0" eaLnBrk="1" latinLnBrk="1" hangingPunct="1">
                        <a:buFont typeface="Wingdings"/>
                        <a:buNone/>
                      </a:pPr>
                      <a:r>
                        <a:rPr lang="ko-KR" altLang="en-US" sz="11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미진행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343215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DDI</a:t>
                      </a:r>
                    </a:p>
                  </a:txBody>
                  <a:tcPr marL="5819" marR="5819" marT="5819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marR="0" lvl="0" indent="-200025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§"/>
                        <a:tabLst/>
                        <a:defRPr/>
                      </a:pPr>
                      <a:r>
                        <a:rPr lang="en-US" altLang="ko-KR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Microsomal protein binding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미진행</a:t>
                      </a:r>
                      <a:endParaRPr lang="ko-KR" alt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168303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lvl="0" indent="-200025" algn="l" defTabSz="914400" rtl="0" eaLnBrk="1" fontAlgn="ctr" latinLnBrk="1" hangingPunct="1">
                        <a:buFont typeface="Wingdings"/>
                        <a:buChar char="§"/>
                      </a:pPr>
                      <a:r>
                        <a:rPr lang="en-US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CYP Inhibition / Induction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lvl="0" indent="0" algn="l" defTabSz="914400" rtl="0" eaLnBrk="1" fontAlgn="ctr" latinLnBrk="1" hangingPunct="1">
                        <a:buFont typeface="Wingdings"/>
                        <a:buNone/>
                      </a:pPr>
                      <a:r>
                        <a:rPr lang="ko-KR" altLang="en-US" sz="11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미진행</a:t>
                      </a:r>
                      <a:endParaRPr 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412783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lvl="0" indent="-200025" algn="l" defTabSz="914400" rtl="0" eaLnBrk="1" fontAlgn="ctr" latinLnBrk="1" hangingPunct="1">
                        <a:buFont typeface="Wingdings"/>
                        <a:buChar char="§"/>
                      </a:pPr>
                      <a:r>
                        <a:rPr lang="en-US" sz="11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Reaction phenotyping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lvl="0" indent="0" algn="l" defTabSz="914400" rtl="0" eaLnBrk="1" fontAlgn="ctr" latinLnBrk="1" hangingPunct="1">
                        <a:buFont typeface="Wingdings"/>
                        <a:buNone/>
                      </a:pPr>
                      <a:r>
                        <a:rPr lang="ko-KR" altLang="en-US" sz="1100" b="0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미진행</a:t>
                      </a:r>
                      <a:endParaRPr 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802780"/>
                  </a:ext>
                </a:extLst>
              </a:tr>
              <a:tr h="306703">
                <a:tc vMerge="1"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Human PK prediction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71145" lvl="0" indent="-200025" algn="l" defTabSz="914400" rtl="0" eaLnBrk="1" fontAlgn="ctr" latinLnBrk="1" hangingPunct="1">
                        <a:buFont typeface="Wingdings"/>
                        <a:buChar char="§"/>
                      </a:pPr>
                      <a:endParaRPr lang="en-US" sz="11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미진행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3413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692114A-C474-029D-FED5-B1AFF7AD0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778516"/>
              </p:ext>
            </p:extLst>
          </p:nvPr>
        </p:nvGraphicFramePr>
        <p:xfrm>
          <a:off x="5155475" y="1245084"/>
          <a:ext cx="4498882" cy="3748926"/>
        </p:xfrm>
        <a:graphic>
          <a:graphicData uri="http://schemas.openxmlformats.org/drawingml/2006/table">
            <a:tbl>
              <a:tblPr/>
              <a:tblGrid>
                <a:gridCol w="566057">
                  <a:extLst>
                    <a:ext uri="{9D8B030D-6E8A-4147-A177-3AD203B41FA5}">
                      <a16:colId xmlns:a16="http://schemas.microsoft.com/office/drawing/2014/main" val="2813147299"/>
                    </a:ext>
                  </a:extLst>
                </a:gridCol>
                <a:gridCol w="827315">
                  <a:extLst>
                    <a:ext uri="{9D8B030D-6E8A-4147-A177-3AD203B41FA5}">
                      <a16:colId xmlns:a16="http://schemas.microsoft.com/office/drawing/2014/main" val="1263068815"/>
                    </a:ext>
                  </a:extLst>
                </a:gridCol>
                <a:gridCol w="2394857">
                  <a:extLst>
                    <a:ext uri="{9D8B030D-6E8A-4147-A177-3AD203B41FA5}">
                      <a16:colId xmlns:a16="http://schemas.microsoft.com/office/drawing/2014/main" val="1620994697"/>
                    </a:ext>
                  </a:extLst>
                </a:gridCol>
                <a:gridCol w="710653">
                  <a:extLst>
                    <a:ext uri="{9D8B030D-6E8A-4147-A177-3AD203B41FA5}">
                      <a16:colId xmlns:a16="http://schemas.microsoft.com/office/drawing/2014/main" val="3927041748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Category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Study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Status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917153"/>
                  </a:ext>
                </a:extLst>
              </a:tr>
              <a:tr h="335097"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맑은 고딕"/>
                          <a:cs typeface="Calibri" panose="020F0502020204030204" pitchFamily="34" charset="0"/>
                        </a:rPr>
                        <a:t>SnT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맑은 고딕"/>
                        <a:cs typeface="Calibri" panose="020F0502020204030204" pitchFamily="34" charset="0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General</a:t>
                      </a:r>
                    </a:p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Toxicity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marR="0" lvl="0" indent="-200025" algn="l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Rodent single dose toxicity</a:t>
                      </a:r>
                    </a:p>
                  </a:txBody>
                  <a:tcPr marL="6912" marR="6912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미진행</a:t>
                      </a:r>
                      <a:endParaRPr lang="en-US" altLang="ko-KR" sz="1100" b="0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6912" marR="6912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744695"/>
                  </a:ext>
                </a:extLst>
              </a:tr>
              <a:tr h="3350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marR="0" lvl="0" indent="-200025" algn="l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Rodent 5-day repeated dose toxicity</a:t>
                      </a:r>
                    </a:p>
                  </a:txBody>
                  <a:tcPr marL="6912" marR="6912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0" lvl="0" indent="0" algn="l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진행완료 </a:t>
                      </a: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(7d)</a:t>
                      </a:r>
                    </a:p>
                  </a:txBody>
                  <a:tcPr marL="6912" marR="6912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313439"/>
                  </a:ext>
                </a:extLst>
              </a:tr>
              <a:tr h="3350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indent="-200025" algn="l" fontAlgn="ctr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Rodent 14-day repeated dose toxicity + TK</a:t>
                      </a:r>
                      <a:endParaRPr lang="ko-KR" altLang="en-US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 panose="020B0503020000020004" pitchFamily="50" charset="-127"/>
                        <a:cs typeface="Calibri"/>
                      </a:endParaRPr>
                    </a:p>
                  </a:txBody>
                  <a:tcPr marL="6912" marR="6912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indent="0" algn="l" fontAlgn="ctr"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 panose="020B0503020000020004" pitchFamily="50" charset="-127"/>
                          <a:cs typeface="Calibri"/>
                        </a:rPr>
                        <a:t>진행완료 </a:t>
                      </a:r>
                      <a:r>
                        <a:rPr lang="en-US" altLang="ko-KR" sz="11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맑은 고딕" panose="020B0503020000020004" pitchFamily="50" charset="-127"/>
                          <a:cs typeface="Calibri"/>
                        </a:rPr>
                        <a:t>(7d)</a:t>
                      </a:r>
                      <a:endParaRPr lang="ko-KR" altLang="en-US" sz="1100" b="0" i="0" u="none" strike="noStrike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맑은 고딕" panose="020B0503020000020004" pitchFamily="50" charset="-127"/>
                        <a:cs typeface="Calibri"/>
                      </a:endParaRPr>
                    </a:p>
                  </a:txBody>
                  <a:tcPr marL="6912" marR="6912" marT="74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500022"/>
                  </a:ext>
                </a:extLst>
              </a:tr>
              <a:tr h="3350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71145" indent="-200025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Non-rodent dose escalation toxicity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indent="0" algn="l" defTabSz="914400" rtl="0" eaLnBrk="1" fontAlgn="ctr" latinLnBrk="1" hangingPunct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미진행</a:t>
                      </a:r>
                      <a:endParaRPr lang="en-US" sz="1100" b="0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8300788"/>
                  </a:ext>
                </a:extLst>
              </a:tr>
              <a:tr h="354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Genotoxicity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indent="-200025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Ames (or mini-Ames)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indent="0" algn="l" defTabSz="914400" rtl="0" eaLnBrk="1" fontAlgn="ctr" latinLnBrk="1" hangingPunct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진행완료</a:t>
                      </a:r>
                      <a:endParaRPr lang="en-US" sz="1100" b="0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80880"/>
                  </a:ext>
                </a:extLst>
              </a:tr>
              <a:tr h="3350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5819" marR="5819" marT="5819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indent="-200025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In vitro MN or CA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indent="0" algn="l" defTabSz="914400" rtl="0" eaLnBrk="1" fontAlgn="ctr" latinLnBrk="1" hangingPunct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미진행</a:t>
                      </a:r>
                      <a:endParaRPr lang="en-US" sz="1100" b="0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597019"/>
                  </a:ext>
                </a:extLst>
              </a:tr>
              <a:tr h="3350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/>
                        <a:ea typeface="맑은 고딕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indent="-200025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In vivo MN (rodent)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indent="0" algn="l" defTabSz="914400" rtl="0" eaLnBrk="1" fontAlgn="ctr" latinLnBrk="1" hangingPunct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진행완료</a:t>
                      </a:r>
                      <a:endParaRPr lang="en-US" sz="1100" b="0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785183"/>
                  </a:ext>
                </a:extLst>
              </a:tr>
              <a:tr h="354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맑은 고딕"/>
                          <a:cs typeface="Calibri"/>
                        </a:rPr>
                        <a:t>CV Safety</a:t>
                      </a: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indent="-200025" algn="l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100" b="0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hERG</a:t>
                      </a: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 assay</a:t>
                      </a:r>
                      <a:endParaRPr lang="en-US" sz="1100" b="0" kern="1200" baseline="0" dirty="0">
                        <a:solidFill>
                          <a:srgbClr val="0000FF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indent="0" algn="l" rtl="0" eaLnBrk="1" fontAlgn="ctr" latinLnBrk="1" hangingPunct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진행완료</a:t>
                      </a:r>
                      <a:endParaRPr lang="en-US" sz="1100" b="0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37981"/>
                  </a:ext>
                </a:extLst>
              </a:tr>
              <a:tr h="35463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271145" indent="-200025" algn="l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Cardiac ion channel (Nav1.5, Cav1.2)</a:t>
                      </a:r>
                    </a:p>
                    <a:p>
                      <a:pPr marL="271145" indent="-200025" algn="l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in silico APD prediction</a:t>
                      </a:r>
                    </a:p>
                  </a:txBody>
                  <a:tcPr marL="5819" marR="5819" marT="5819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indent="0" algn="l" rtl="0" eaLnBrk="1" fontAlgn="ctr" latinLnBrk="1" hangingPunct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미진행</a:t>
                      </a:r>
                      <a:endParaRPr lang="en-US" altLang="ko-KR" sz="1100" b="0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5819" marR="5819" marT="5819" marB="0" anchor="ctr"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245434"/>
                  </a:ext>
                </a:extLst>
              </a:tr>
              <a:tr h="33509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271145" indent="-200025" algn="l" defTabSz="914400" rtl="0" eaLnBrk="1" fontAlgn="ctr" latinLnBrk="1" hangingPunct="1">
                        <a:buFont typeface="Wingdings" panose="05000000000000000000" pitchFamily="2" charset="2"/>
                        <a:buChar char="§"/>
                      </a:pPr>
                      <a:r>
                        <a:rPr lang="en-US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MEA</a:t>
                      </a:r>
                      <a:r>
                        <a:rPr lang="ko-KR" altLang="en-US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 </a:t>
                      </a:r>
                      <a:r>
                        <a:rPr lang="en-US" altLang="ko-KR" sz="1100" b="0" kern="1200" baseline="0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(multiple electrode array)</a:t>
                      </a:r>
                      <a:endParaRPr lang="en-US" sz="1100" b="0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71120" indent="0" algn="l" defTabSz="914400" rtl="0" eaLnBrk="1" fontAlgn="ctr" latinLnBrk="1" hangingPunct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100" b="0" kern="1200" baseline="0" dirty="0" err="1">
                          <a:solidFill>
                            <a:schemeClr val="tx1"/>
                          </a:solidFill>
                          <a:effectLst/>
                          <a:latin typeface="Calibri"/>
                          <a:ea typeface="+mn-ea"/>
                          <a:cs typeface="Calibri"/>
                        </a:rPr>
                        <a:t>미진행</a:t>
                      </a:r>
                      <a:endParaRPr lang="en-US" sz="1100" b="0" kern="1200" baseline="0" dirty="0">
                        <a:solidFill>
                          <a:schemeClr val="tx1"/>
                        </a:solidFill>
                        <a:effectLst/>
                        <a:latin typeface="Calibri"/>
                        <a:ea typeface="+mn-ea"/>
                        <a:cs typeface="Calibri"/>
                      </a:endParaRPr>
                    </a:p>
                  </a:txBody>
                  <a:tcPr marL="5819" marR="5819" marT="58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450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1431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60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-%m-%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B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6.08274838900000069941E+00&quot;&gt;&lt;m_msothmcolidx val=&quot;0&quot;/&gt;&lt;m_rgb r=&quot;39&quot; g=&quot;73&quot; b=&quot;E4&quot;/&gt;&lt;/elem&gt;&lt;elem m_fUsage=&quot;4.30467210000000155556E-01&quot;&gt;&lt;m_msothmcolidx val=&quot;0&quot;/&gt;&lt;m_rgb r=&quot;00&quot; g=&quot;20&quot; b=&quot;6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U.xCPjkT7ackFAO2uRA6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TiHP15RxycHZCsGdCq.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N4FqgRiRISnHmPC8t0i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OdtWaDTEememMIw2ay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U.xCPjkT7ackFAO2uRA6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GTiHP15RxycHZCsGdCq.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N4FqgRiRISnHmPC8t0iM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OdtWaDTEememMIw2ay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KBP_마스터">
  <a:themeElements>
    <a:clrScheme name="사용자 지정 1">
      <a:dk1>
        <a:srgbClr val="000000"/>
      </a:dk1>
      <a:lt1>
        <a:srgbClr val="FFFFFF"/>
      </a:lt1>
      <a:dk2>
        <a:srgbClr val="314173"/>
      </a:dk2>
      <a:lt2>
        <a:srgbClr val="C2C2C2"/>
      </a:lt2>
      <a:accent1>
        <a:srgbClr val="718CC4"/>
      </a:accent1>
      <a:accent2>
        <a:srgbClr val="C4CFE6"/>
      </a:accent2>
      <a:accent3>
        <a:srgbClr val="F79153"/>
      </a:accent3>
      <a:accent4>
        <a:srgbClr val="C2C2C2"/>
      </a:accent4>
      <a:accent5>
        <a:srgbClr val="ECECEC"/>
      </a:accent5>
      <a:accent6>
        <a:srgbClr val="314173"/>
      </a:accent6>
      <a:hlink>
        <a:srgbClr val="4F9F6A"/>
      </a:hlink>
      <a:folHlink>
        <a:srgbClr val="6F3B55"/>
      </a:folHlink>
    </a:clrScheme>
    <a:fontScheme name="룩센트_맑은고딕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2"/>
          </a:solidFill>
        </a:ln>
      </a:spPr>
      <a:bodyPr rtlCol="0" anchor="ctr"/>
      <a:lstStyle>
        <a:defPPr algn="ctr">
          <a:defRPr sz="1400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90000" tIns="46800" rIns="90000" bIns="46800" rtlCol="0">
        <a:spAutoFit/>
      </a:bodyPr>
      <a:lstStyle>
        <a:defPPr marL="263525" marR="0" indent="-263525" defTabSz="987425" eaLnBrk="0" fontAlgn="auto" latinLnBrk="0" hangingPunct="0">
          <a:lnSpc>
            <a:spcPct val="110000"/>
          </a:lnSpc>
          <a:spcBef>
            <a:spcPts val="1200"/>
          </a:spcBef>
          <a:spcAft>
            <a:spcPts val="200"/>
          </a:spcAft>
          <a:buClrTx/>
          <a:buSzPct val="100000"/>
          <a:buFont typeface="Wingdings" pitchFamily="2" charset="2"/>
          <a:buChar char="q"/>
          <a:tabLst>
            <a:tab pos="360363" algn="l"/>
            <a:tab pos="447675" algn="l"/>
            <a:tab pos="914400" algn="l"/>
          </a:tabLst>
          <a:defRPr kumimoji="0" sz="1200" b="1" dirty="0" smtClean="0">
            <a:solidFill>
              <a:prstClr val="black"/>
            </a:solidFill>
            <a:latin typeface="Calibri" panose="020F0502020204030204" pitchFamily="34" charset="0"/>
            <a:ea typeface="맑은 고딕" panose="020B0503020000020004" pitchFamily="50" charset="-127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KBP_마스터">
  <a:themeElements>
    <a:clrScheme name="사용자 지정 1">
      <a:dk1>
        <a:srgbClr val="000000"/>
      </a:dk1>
      <a:lt1>
        <a:srgbClr val="FFFFFF"/>
      </a:lt1>
      <a:dk2>
        <a:srgbClr val="314173"/>
      </a:dk2>
      <a:lt2>
        <a:srgbClr val="C2C2C2"/>
      </a:lt2>
      <a:accent1>
        <a:srgbClr val="718CC4"/>
      </a:accent1>
      <a:accent2>
        <a:srgbClr val="C4CFE6"/>
      </a:accent2>
      <a:accent3>
        <a:srgbClr val="F79153"/>
      </a:accent3>
      <a:accent4>
        <a:srgbClr val="C2C2C2"/>
      </a:accent4>
      <a:accent5>
        <a:srgbClr val="ECECEC"/>
      </a:accent5>
      <a:accent6>
        <a:srgbClr val="314173"/>
      </a:accent6>
      <a:hlink>
        <a:srgbClr val="4F9F6A"/>
      </a:hlink>
      <a:folHlink>
        <a:srgbClr val="6F3B55"/>
      </a:folHlink>
    </a:clrScheme>
    <a:fontScheme name="룩센트_맑은고딕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>
          <a:solidFill>
            <a:schemeClr val="bg2"/>
          </a:solidFill>
        </a:ln>
      </a:spPr>
      <a:bodyPr rtlCol="0" anchor="ctr"/>
      <a:lstStyle>
        <a:defPPr algn="ctr">
          <a:defRPr sz="1400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90000" tIns="46800" rIns="90000" bIns="46800" rtlCol="0">
        <a:spAutoFit/>
      </a:bodyPr>
      <a:lstStyle>
        <a:defPPr marL="263525" marR="0" indent="-263525" defTabSz="987425" eaLnBrk="0" fontAlgn="auto" latinLnBrk="0" hangingPunct="0">
          <a:lnSpc>
            <a:spcPct val="110000"/>
          </a:lnSpc>
          <a:spcBef>
            <a:spcPts val="1200"/>
          </a:spcBef>
          <a:spcAft>
            <a:spcPts val="200"/>
          </a:spcAft>
          <a:buClrTx/>
          <a:buSzPct val="100000"/>
          <a:buFont typeface="Wingdings" pitchFamily="2" charset="2"/>
          <a:buChar char="q"/>
          <a:tabLst>
            <a:tab pos="360363" algn="l"/>
            <a:tab pos="447675" algn="l"/>
            <a:tab pos="914400" algn="l"/>
          </a:tabLst>
          <a:defRPr kumimoji="0" sz="1200" b="1" dirty="0" smtClean="0">
            <a:solidFill>
              <a:prstClr val="black"/>
            </a:solidFill>
            <a:latin typeface="Calibri" panose="020F0502020204030204" pitchFamily="34" charset="0"/>
            <a:ea typeface="맑은 고딕" panose="020B0503020000020004" pitchFamily="50" charset="-127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DDDFA2AB5483C46BB6B35A33124D952" ma:contentTypeVersion="6" ma:contentTypeDescription="새 문서를 만듭니다." ma:contentTypeScope="" ma:versionID="6eb8ffea8e1f169a67118bd39df423b6">
  <xsd:schema xmlns:xsd="http://www.w3.org/2001/XMLSchema" xmlns:xs="http://www.w3.org/2001/XMLSchema" xmlns:p="http://schemas.microsoft.com/office/2006/metadata/properties" xmlns:ns2="6f604b11-e31c-4750-a06f-74ee49703a7a" targetNamespace="http://schemas.microsoft.com/office/2006/metadata/properties" ma:root="true" ma:fieldsID="e8921074bd6ee9da1d4619adb8ef499c" ns2:_="">
    <xsd:import namespace="6f604b11-e31c-4750-a06f-74ee49703a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604b11-e31c-4750-a06f-74ee49703a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EE4AB30-058B-425D-AD9B-82F50BFCEE17}"/>
</file>

<file path=customXml/itemProps2.xml><?xml version="1.0" encoding="utf-8"?>
<ds:datastoreItem xmlns:ds="http://schemas.openxmlformats.org/officeDocument/2006/customXml" ds:itemID="{D2BA9E40-1BF6-45F9-B915-5B8C8ED6AF7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513CB2-B991-496D-ADEF-7DB6F342C741}">
  <ds:schemaRefs>
    <ds:schemaRef ds:uri="835ccf54-3af6-49b9-9903-e10f8ec9c187"/>
    <ds:schemaRef ds:uri="a3eee701-c8cb-426d-9f4e-ce38871ce422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3359</TotalTime>
  <Words>241</Words>
  <Application>Microsoft Office PowerPoint</Application>
  <PresentationFormat>A4 용지(210x297mm)</PresentationFormat>
  <Paragraphs>74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맑은 고딕</vt:lpstr>
      <vt:lpstr>Arial</vt:lpstr>
      <vt:lpstr>Calibri</vt:lpstr>
      <vt:lpstr>Tahoma</vt:lpstr>
      <vt:lpstr>Wingdings</vt:lpstr>
      <vt:lpstr>SKBP_마스터</vt:lpstr>
      <vt:lpstr>1_SKBP_마스터</vt:lpstr>
      <vt:lpstr>think-cell 슬라이드</vt:lpstr>
      <vt:lpstr>PowerPoint 프레젠테이션</vt:lpstr>
      <vt:lpstr>Required ADMET studies for Preclinical Entry</vt:lpstr>
    </vt:vector>
  </TitlesOfParts>
  <Company>Looxent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양 지선</cp:lastModifiedBy>
  <cp:revision>100</cp:revision>
  <cp:lastPrinted>2024-12-23T09:34:41Z</cp:lastPrinted>
  <dcterms:created xsi:type="dcterms:W3CDTF">2017-07-06T01:15:31Z</dcterms:created>
  <dcterms:modified xsi:type="dcterms:W3CDTF">2026-07-23T01:28:00Z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0x0101005DDDFA2AB5483C46BB6B35A33124D952</vt:lpwstr>
  </property>
  <property fmtid="{D5CDD505-2E9C-101B-9397-08002B2CF9AE}" pid="3" name="MediaServiceImageTags">
    <vt:lpwstr/>
  </property>
</Properties>
</file>